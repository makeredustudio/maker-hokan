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294A80-22F6-4044-B3C9-379B82F8F9A6}">
  <a:tblStyle styleId="{33294A80-22F6-4044-B3C9-379B82F8F9A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上一份簡報：https://docs.google.com/presentation/d/1My5i5JZMvMSKaUyRAq-cmJkXwtLNNZpN/edit 。來源：Meta Help Center『About Muse subscriptions』（meta.com/help/subscriptions/1021145227643680）。地區名單：第三方整理（usecarly.com、ipjudge.org，2026-09-30）。</a:t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來源：github.com/robo8080/AI_StackChan2 README 同 src/main.cpp（https_post_json("https://api.openai.com/v1/chat/completions"...)、SD.open("/wifi.txt")、SD.open("/apikey.txt")）。</a:t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官方：xiaozhi-esp32 README 支援清單、main/boards/m5stack/core-s3；觸控邏輯見 m5stack_core_s3.cc（短按 ToggleChatState）；ESP32-S3 預設喚醒詞 CONFIG_SR_WN_WN9_NIHAOXIAOZHI_TTS。</a:t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腳位：main/boards/bread-compact-wifi/config.h（SIMPLEX 模式）。官方 repo 另一塊板 minsi-k08 寫明用 MAX98357 + INMP441 + ESP32S3N16R8。</a:t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社群回報來源：github.com/NousResearch/hermes-agent/issues/23501；SCMP 2026-10-02 報道 Anthropic 收緊香港 VPN 存取。Model ID 由 openrouter.ai/api/v1/models 於 2026-10-05 查得。</a:t>
            </a:r>
            <a:endParaRPr/>
          </a:p>
        </p:txBody>
      </p:sp>
      <p:sp>
        <p:nvSpPr>
          <p:cNvPr id="219" name="Google Shape;21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OpenRouter Quickstart：POST https://openrouter.ai/api/v1/chat/completions，Authorization: Bearer &lt;OPENROUTER_API_KEY&gt;。</a:t>
            </a:r>
            <a:endParaRPr/>
          </a:p>
        </p:txBody>
      </p:sp>
      <p:sp>
        <p:nvSpPr>
          <p:cNvPr id="232" name="Google Shape;23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官方：docs/Deployment.md『方式一：Docker只运行Server』。模型：https://modelscope.cn/models/iic/SenseVoiceSmall/resolve/master/model.pt</a:t>
            </a:r>
            <a:endParaRPr/>
          </a:p>
        </p:txBody>
      </p:sp>
      <p:sp>
        <p:nvSpPr>
          <p:cNvPr id="244" name="Google Shape;24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官方：config.yaml 註解（系統優先讀 data/.config.yaml，冇嘅就讀 config.yaml，遞迴合併）；FunASR language 支援 zh、en、ja、ko、yue；SenseVoiceSmall 官方 README：支援 Mandarin、Cantonese、English、Japanese、Korean。</a:t>
            </a:r>
            <a:endParaRPr/>
          </a:p>
        </p:txBody>
      </p:sp>
      <p:sp>
        <p:nvSpPr>
          <p:cNvPr id="257" name="Google Shape;25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官方：config.yaml LLM 段寫明 type 可以係 openai，參數 base_url／model_name／api_key。香港廣東話聲由 edge-tts --list-voices 查證：zh-HK-HiuGaaiNeural、zh-HK-HiuMaanNeural、zh-HK-WanLungNeural。</a:t>
            </a:r>
            <a:endParaRPr/>
          </a:p>
        </p:txBody>
      </p:sp>
      <p:sp>
        <p:nvSpPr>
          <p:cNvPr id="270" name="Google Shape;27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官方：xiaozhi-esp32-server docs/firmware-setting.md（第3步：配网模式→高级选项→输入ota地址）；README：韌體預設連 xiaozhi.me；CoreS3 開機中短按觸控 → EnterWifiConfigMode。</a:t>
            </a:r>
            <a:endParaRPr/>
          </a:p>
        </p:txBody>
      </p:sp>
      <p:sp>
        <p:nvSpPr>
          <p:cNvPr id="321" name="Google Shape;321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官方：xiaozhi-esp32 docs/mcp-usage.md、mcp-protocol.md；server docs/mcp-endpoint-enable.md、homeassistant-integration.md、weather-integration.md。OpenRouter models API 嘅 supported_parameters 包含 tools。</a:t>
            </a:r>
            <a:endParaRPr/>
          </a:p>
        </p:txBody>
      </p:sp>
      <p:sp>
        <p:nvSpPr>
          <p:cNvPr id="353" name="Google Shape;35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官方：main/xiaozhi-server/plugins_func/register.py（register_function、ToolType、ActionResponse）、plugins_func/loadplugins.py（自動載入 plugins_func.functions 入面所有模組）、config.yaml Intent.function_call.functions、mcp_server_settings.json 範例（叫你喺 data 建立 .mcp_server_settings.json）、core/providers/tools/server_mcp/mcp_manager.py。</a:t>
            </a:r>
            <a:endParaRPr/>
          </a:p>
        </p:txBody>
      </p:sp>
      <p:sp>
        <p:nvSpPr>
          <p:cNvPr id="385" name="Google Shape;38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官方：Google 日曆說明『Sync your calendar with computer programs』https://support.google.com/calendar/answer/37648（Get your calendar (view only) → Secret address in iCal format；Reset）。好處：唔使開 Google Cloud 專案。</a:t>
            </a:r>
            <a:endParaRPr/>
          </a:p>
        </p:txBody>
      </p:sp>
      <p:sp>
        <p:nvSpPr>
          <p:cNvPr id="397" name="Google Shape;397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官方：https://support.google.com/accounts/answer/185833（App passwords 需要 2-Step Verification；改密碼會撤銷；工作／學校帳戶、只用安全金鑰、Advanced Protection 可能冇選項；可以 Remove）；https://support.google.com/mail/answer/7126229（2025 年 1 月起個人帳戶 IMAP 長期開啟）。</a:t>
            </a:r>
            <a:endParaRPr/>
          </a:p>
        </p:txBody>
      </p:sp>
      <p:sp>
        <p:nvSpPr>
          <p:cNvPr id="418" name="Google Shape;41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官方：Docker 版 data 資料夾掛入 /opt/xiaozhi-esp32-server/data（docker-compose.yml），image WORKDIR 係 /opt/xiaozhi-esp32-server；插件會由 plugins_func/functions 自動載入。用 volume 掛單一插件檔係我哋嘅做法（官方文件冇寫）。merge_configs 只合併字典，清單會被覆蓋。</a:t>
            </a:r>
            <a:endParaRPr/>
          </a:p>
        </p:txBody>
      </p:sp>
      <p:sp>
        <p:nvSpPr>
          <p:cNvPr id="431" name="Google Shape;43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官方：developers.google.com/identity/protocols/oauth2（Refresh token expiration：Testing 狀態 7 日）；developers.google.com/workspace/guides/configure-mcp-servers（Gmail https://gmailmcp.googleapis.com/mcp/v1、Calendar https://calendarmcp.googleapis.com/mcp/v1，要 OAuth client）。社群：github.com/taylorwilsdon/google_workspace_mcp README（MIT、--read-only、--transport streamable-http、WORKSPACE_MCP_PORT）。</a:t>
            </a:r>
            <a:endParaRPr/>
          </a:p>
        </p:txBody>
      </p:sp>
      <p:sp>
        <p:nvSpPr>
          <p:cNvPr id="473" name="Google Shape;473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Google：Secret Address 唔應該畀人；App password 可移除、改密碼會撤銷。插件設計：只讀（IMAP select readonly=True、BODY.PEEK），回傳文字有提醒 AI 唔好跟郵件入面嘅指示（唔可以完全保證）。</a:t>
            </a:r>
            <a:endParaRPr/>
          </a:p>
        </p:txBody>
      </p:sp>
      <p:sp>
        <p:nvSpPr>
          <p:cNvPr id="487" name="Google Shape;487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1" name="Google Shape;521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官方：config.yaml 註解『系统会优先读取 data/.config.yaml…保护您的密钥安全』；server.auth.enabled / allowed_devices。</a:t>
            </a:r>
            <a:endParaRPr/>
          </a:p>
        </p:txBody>
      </p:sp>
      <p:sp>
        <p:nvSpPr>
          <p:cNvPr id="522" name="Google Shape;522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2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31520" y="1005840"/>
            <a:ext cx="10789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唔使 Muse！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31520" y="2194560"/>
            <a:ext cx="10789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C8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自己砌一部識講廣東話嘅 ESP32 AI 語音助手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3657600"/>
            <a:ext cx="10789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 xiaozhi 開源韌體 + 自己部電腦做伺服器 + OpenRouter／Grok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v2：新增「串接 Gmail + Calendar」章節 · 一頁一步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BBC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資料核實日期：2026 年 10 月 5 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點解唔用 Muse？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48640" y="1371600"/>
            <a:ext cx="111556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Meta 官方：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Muse 仲係「有限測試」，未喺所有地區提供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訂閱條件：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人要喺 Muse 已開放嘅國家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第三方整理：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暫時只有美國、加拿大；香港未開放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所以：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今次改用開源方案，大腦自己揀（OpenRouter／Grok）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上一份 Muse 簡報：docs.google.com/presentation/d/1My5i5JZMvMSKaUyRAq-cmJkXwtLNNZpN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三種標籤點睇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4053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31520" y="1645920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291840" y="155448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喺官方 GitHub repo／官方網站寫明，或者我哋親自查到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31520" y="2834640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291840" y="274320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社群常用做法、第三方工具，官方冇逐步寫明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31520" y="4023360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291840" y="393192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我哋搵唔到資料證實，要自己試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原則：唔識就話唔識，唔會亂估。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原理：一句說話嘅旅程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48640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6F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🎤 CoreS3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錄你把聲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2551176" y="2331720"/>
            <a:ext cx="22860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816352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E85D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👂 STT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SenseVoice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（你部電腦）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4818888" y="2331720"/>
            <a:ext cx="22860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084064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7A4C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7A4CC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🧠 LLM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／Grok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086600" y="2331720"/>
            <a:ext cx="22860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351776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🗣 TTS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EdgeTTS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廣東話聲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9354312" y="2331720"/>
            <a:ext cx="22860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9619488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6F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🔊 CoreS3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播出嚟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48640" y="3657600"/>
            <a:ext cx="111556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ESP32 只負責錄音同播音，經 Wi-Fi 傳去你部電腦（xiaozhi-esp32-server）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電腦負責聽寫、問 AI、轉返做聲音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重點：API key 只係放喺電腦伺服器，塊板入面冇 key！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主方案：小智 xiaozhi（推介）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48640" y="1463040"/>
            <a:ext cx="53949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E85D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裝置：78/xiaozhi-esp32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MIT 開源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官方支援 M5Stack CoreS3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有現成韌體 v2.5.0（唔使編譯）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Wi-Fi 熱點設定網絡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217920" y="1463040"/>
            <a:ext cx="53949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7A4C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7A4CC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伺服器：xinnan-tech/xiaozhi-esp32-server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自己部電腦用 Docker 跑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LLM 可填任何 OpenAI 相容 API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SenseVoice 支援粵語聽寫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EdgeTTS 有香港廣東話聲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揀佢原因：唔使寫 code、key 唔落板、可以揀任何 AI 大腦。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後備方案：AI_StackChan2（點解唔做主力）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48640" y="1371600"/>
            <a:ext cx="111556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robo8080 為 StackChan 寫嘅 ChatGPT 韌體（PlatformIO 編譯）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網址寫死咗 api.openai.com → 要改 code 先駁到 OpenRouter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講嘢用 VOICEVOX（日文聲）；聽寫用 Google STT 或 OpenAI Whisper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Wi-Fi／key 放 SD 卡（wifi.txt、apikey.txt）或板上網頁輸入 → key 落咗板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 最後更新：2024 年 8 月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48640" y="53035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結論：好玩，但要做廣東話＋OpenRouter 要自己改 code，唔啱新手。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硬件 A：M5Stack CoreS3（StackChan 個腦）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48640" y="1371600"/>
            <a:ext cx="111556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小智官方支援：板名 m5stack-core-s3，有現成韌體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有咪、有喇叭、有觸控螢幕：一插 USB 就用得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輕按螢幕 = 開始／停止對話；講「你好小智」都可以叫醒佢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StackChan 入面就係 CoreS3 → 可以燒同一個韌體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48640" y="48463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小智 repo 冇 StackChan 專用板：舵機（郁頭）同 LED 應該唔會郁，要自己改。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硬件 B：平價 DIY（ESP32-S3 + 咪 + 功放）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4053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{33294A80-22F6-4044-B3C9-379B82F8F9A6}</a:tableStyleId>
              </a:tblPr>
              <a:tblGrid>
                <a:gridCol w="2377450"/>
                <a:gridCol w="2377450"/>
                <a:gridCol w="20116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零件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腳位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ESP32-S3 GPIO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咪 INMP441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WS / SCK / SD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 / 5 / 6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功放 MAX98357A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DIN / BCLK / LRC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 / 15 / 16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OLED SSD1306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SDA / SCL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41 / 42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按鈕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BOOT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20"/>
          <p:cNvSpPr txBox="1"/>
          <p:nvPr/>
        </p:nvSpPr>
        <p:spPr>
          <a:xfrm>
            <a:off x="7589520" y="1371600"/>
            <a:ext cx="41148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韌體：bread-compact-wifi（官方有現成檔）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腳位嚟自官方 config.h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INMP441／MAX98357A 係社群常用型號 🧩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48640" y="48463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唔駁 OLED 得唔得、接線圖細節：官方教學喺飛書文件，我哋開唔到，請對照 repo。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準備清單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48640" y="1371600"/>
            <a:ext cx="111556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板：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CoreS3（或者 StackChan／DIY 套裝）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USB-C 線：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要識傳資料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一部電腦做伺服器：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裝 Docker；要同部板喺同一個 Wi-Fi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瀏覽器：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Chrome 或 Edge（用嚟燒韌體）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 帳戶 + 少少額度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（或者 xAI 帳戶）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官方 Docker image 只支援 x86 電腦；Apple 晶片 Mac 要自己 build arm64 或者用源碼方式跑。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申請 API Key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48640" y="1371600"/>
            <a:ext cx="5394960" cy="31089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E85D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OpenRouter（主力）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openrouter.ai 註冊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Settings → Keys → Create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Key 樣子：sk-or-v1-…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按用量收費，要先充值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6217920" y="1371600"/>
            <a:ext cx="5394960" cy="31089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7A4C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7A4CC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xAI Grok（可選）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console.x.ai 註冊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 API key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網址：https://api.x.ai/v1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 token 收費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48640" y="48463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收費以官方頁為準：openrouter.ai/models 、openrouter.ai/pricing 、docs.x.ai/developers/models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💡 每條 key 可以設用量上限，防止用爆（以 OpenRouter 介面為準）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香港用家：揀 model 要小心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548640" y="1371600"/>
            <a:ext cx="111556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社群回報：OpenAI、Anthropic、Google 唔支援香港，經 OpenRouter 都可能出 403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 唔會幫你繞過上游供應商嘅地區限制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Grok（x-ai/…）喺香港用唔用到：我哋未實測 ⚠️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後備：deepseek/deepseek-v4.1-flash、qwen/qwen3.8-flash（OpenRouter 上有）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做法：下一頁用 curl 先試一試，通咗先至駁落小智。唔建議用 VPN 繞過限制。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1　先試吓條 Key 通唔通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548640" y="1371600"/>
            <a:ext cx="11064240" cy="265176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curl https://openrouter.ai/api/v1/chat/completions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-H "Authorization: Bearer $OPENROUTER_API_KEY"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-H "Content-Type: application/json"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-d '{"model":"x-ai/grok-4.3",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   "messages":[{"role":"user","content":"用廣東話講句你好"}]}'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48640" y="4297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見到廣東話答案 = 成功；見到 403／region 字眼 = 換 model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Model 名喺 openrouter.ai/models 抄（例：x-ai/grok-4.3）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2　準備伺服器資料夾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48640" y="1371600"/>
            <a:ext cx="5760720" cy="237744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xiaozhi-server/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docker-compose.yml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data/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.config.yaml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models/SenseVoiceSmall/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model.pt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6583680" y="1371600"/>
            <a:ext cx="51206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docker-compose.yml：喺 repo main/xiaozhi-server 下載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model.pt：聽寫模型，喺 ModelScope 下載 SenseVoiceSmall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.config.yaml：自己開一個新檔（下一頁）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留意：data 入面個檔名前面有一點：.config.yaml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3　填 .config.yaml（上半：基本設定）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64" name="Google Shape;264;p26"/>
          <p:cNvSpPr/>
          <p:nvPr/>
        </p:nvSpPr>
        <p:spPr>
          <a:xfrm>
            <a:off x="548640" y="1280160"/>
            <a:ext cx="6949440" cy="402336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server: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websocket: ws://192.168.1.25:8000/xiaozhi/v1/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prompt: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你係香港 AI 助手，一定用廣東話口語、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繁體中文，每次答兩三句。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selected_module: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LLM: OpenRouterLLM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TTS: EdgeTTS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ASR: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FunASR: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language: yue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7772400" y="12801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websocket：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換做你電腦嘅內網 IP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prompt：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嘅性格同語言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selected_module：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揀用邊個大腦同把聲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language: yue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＝聽粵語</a:t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成個檔放喺 data/.config.yaml；冇寫嘅設定會自動用官方預設值。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3　填 .config.yaml（下半：大腦＋把聲）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15</a:t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548640" y="1280160"/>
            <a:ext cx="6949440" cy="402336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LLM: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OpenRouterLLM: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type: 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base_url: https://openrouter.ai/api/v1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model_name: x-ai/grok-4.3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api_key: sk-or-v1-你條key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TTS: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EdgeTTS: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voice: zh-HK-HiuGaaiNeural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7772400" y="12801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type: openai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＝OpenAI 相容格式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api_key：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淨係喺呢度出現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model_name：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可換 deepseek／qwen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voice：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HiuGaai、HiuMaan（女）／WanLung（男）</a:t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改完要重啟：docker compose restart（或者 down 再 up -d）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3b（可選）直接用 xAI Grok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16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289" name="Google Shape;289;p28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>
            <a:off x="548640" y="1371600"/>
            <a:ext cx="11064240" cy="246888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selected_module: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LLM: GrokLLM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LLM: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GrokLLM: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type: 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base_url: https://api.x.ai/v1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model_name: grok-4.20-0309-non-reasoning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api_key: xai-你條key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548640" y="411480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xAI 官方：API 同 OpenAI 相容，base URL 係 https://api.x.ai/v1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Model 名以 docs.x.ai/developers/models 為準</a:t>
            </a:r>
            <a:endParaRPr/>
          </a:p>
        </p:txBody>
      </p:sp>
      <p:sp>
        <p:nvSpPr>
          <p:cNvPr id="292" name="Google Shape;292;p28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非推理（non-reasoning）型號應該回應快啲，適合語音；實際快慢同香港可用性要自己試。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4　啟動伺服器</a:t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17</a:t>
            </a:r>
            <a:endParaRPr/>
          </a:p>
        </p:txBody>
      </p:sp>
      <p:sp>
        <p:nvSpPr>
          <p:cNvPr id="301" name="Google Shape;301;p29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02" name="Google Shape;302;p29"/>
          <p:cNvSpPr/>
          <p:nvPr/>
        </p:nvSpPr>
        <p:spPr>
          <a:xfrm>
            <a:off x="548640" y="1371600"/>
            <a:ext cx="11064240" cy="128016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cd xiaozhi-server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docker compose up -d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docker logs -f xiaozhi-esp32-server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548640" y="2926080"/>
            <a:ext cx="1097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搵你電腦內網 IP（例：192.168.1.25）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瀏覽器開：http://192.168.1.25:8003/xiaozhi/ota/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見到「OTA接口运行正常」= 伺服器 OK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記低呢個 OTA 網址，下一步要用</a:t>
            </a:r>
            <a:endParaRPr/>
          </a:p>
        </p:txBody>
      </p:sp>
      <p:sp>
        <p:nvSpPr>
          <p:cNvPr id="304" name="Google Shape;304;p29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Docker 版 log 顯示嘅 IP 未必啱，官方話要用你電腦真正嘅內網 IP。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5　燒韌體入 CoreS3</a:t>
            </a:r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18</a:t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548640" y="1280160"/>
            <a:ext cx="111556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 78/xiaozhi-esp32 → Releases → 下載 v2.5.0_m5stack-core-s3.zip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解壓得到 merged-binary.bin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Chrome 開 Espressif 官方網頁工具 espressif.github.io/esptool-js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Connect → 位址填 0x0 → 揀 merged-binary.bin → Program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連唔到：長按 RST 約 3 秒，見綠燈 = 下載模式</a:t>
            </a:r>
            <a:endParaRPr/>
          </a:p>
        </p:txBody>
      </p:sp>
      <p:sp>
        <p:nvSpPr>
          <p:cNvPr id="316" name="Google Shape;316;p30"/>
          <p:cNvSpPr/>
          <p:nvPr/>
        </p:nvSpPr>
        <p:spPr>
          <a:xfrm>
            <a:off x="548640" y="4617720"/>
            <a:ext cx="11064240" cy="68580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AD17A"/>
                </a:solidFill>
                <a:latin typeface="Consolas"/>
                <a:ea typeface="Consolas"/>
                <a:cs typeface="Consolas"/>
                <a:sym typeface="Consolas"/>
              </a:rPr>
              <a:t># 或者用指令：esptool.py --chip esp32s3 write_flash 0x0 merged-binary.bin</a:t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網頁燒錄同 0x0 位址係通用做法；小智官方新手教學喺飛書，我哋開唔到。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6　設定 Wi-Fi ＋ 指去自己嘅伺服器</a:t>
            </a:r>
            <a:endParaRPr/>
          </a:p>
        </p:txBody>
      </p:sp>
      <p:sp>
        <p:nvSpPr>
          <p:cNvPr id="325" name="Google Shape;325;p31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19</a:t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28" name="Google Shape;328;p31"/>
          <p:cNvSpPr/>
          <p:nvPr/>
        </p:nvSpPr>
        <p:spPr>
          <a:xfrm>
            <a:off x="731520" y="137160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1554480" y="137160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開機時輕按螢幕 → 入網絡設定模式</a:t>
            </a:r>
            <a:endParaRPr/>
          </a:p>
        </p:txBody>
      </p:sp>
      <p:sp>
        <p:nvSpPr>
          <p:cNvPr id="330" name="Google Shape;330;p31"/>
          <p:cNvSpPr/>
          <p:nvPr/>
        </p:nvSpPr>
        <p:spPr>
          <a:xfrm>
            <a:off x="731520" y="214884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1554480" y="214884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螢幕會顯示：手機連接 WiFi Xiaozhi-XXXX，瀏覽器訪問…</a:t>
            </a:r>
            <a:endParaRPr/>
          </a:p>
        </p:txBody>
      </p:sp>
      <p:sp>
        <p:nvSpPr>
          <p:cNvPr id="332" name="Google Shape;332;p31"/>
          <p:cNvSpPr/>
          <p:nvPr/>
        </p:nvSpPr>
        <p:spPr>
          <a:xfrm>
            <a:off x="731520" y="292608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1554480" y="292608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手機連去個熱點，打開螢幕顯示嘅網址</a:t>
            </a:r>
            <a:endParaRPr/>
          </a:p>
        </p:txBody>
      </p:sp>
      <p:sp>
        <p:nvSpPr>
          <p:cNvPr id="334" name="Google Shape;334;p31"/>
          <p:cNvSpPr/>
          <p:nvPr/>
        </p:nvSpPr>
        <p:spPr>
          <a:xfrm>
            <a:off x="731520" y="370332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1554480" y="370332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揀屋企 Wi-Fi，入密碼</a:t>
            </a:r>
            <a:endParaRPr/>
          </a:p>
        </p:txBody>
      </p:sp>
      <p:sp>
        <p:nvSpPr>
          <p:cNvPr id="336" name="Google Shape;336;p31"/>
          <p:cNvSpPr/>
          <p:nvPr/>
        </p:nvSpPr>
        <p:spPr>
          <a:xfrm>
            <a:off x="731520" y="448056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1554480" y="448056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撳「高級選項」→ 填 OTA 網址 → 儲存 → 重新開機</a:t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唔改 OTA 網址，韌體預設會駁去官方 xiaozhi.me 伺服器！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7　第一次廣東話對話 🎉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</a:t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548640" y="1371600"/>
            <a:ext cx="111556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5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講「你好小智」或者輕按螢幕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5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試問：「用廣東話介紹下你自己」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5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再問：「點樣整一個紙飛機？」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5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同時睇電腦 log：見到聽寫文字 → AI 回覆 → TTS</a:t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💡 聽寫出咗簡體字或錯字唔緊要，AI 一樣識答；可以喺 prompt 叫佢只用繁體回答。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進階：MCP 工具（叫佢做嘢）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21</a:t>
            </a:r>
            <a:endParaRPr/>
          </a:p>
        </p:txBody>
      </p:sp>
      <p:sp>
        <p:nvSpPr>
          <p:cNvPr id="359" name="Google Shape;359;p33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360" name="Google Shape;360;p33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548640" y="1371600"/>
            <a:ext cx="111556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裝置端 MCP：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調音量、LED、舵機、GPIO 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雲端／伺服器 MCP：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智能家居、搜尋、電郵等擴展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伺服器文件：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MCP 接入點、Home Assistant、天氣、新聞插件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要用 function_call，揀嘅 model 要支援 tools（OpenRouter 上 Grok 有標示支援）</a:t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邊啲插件喺香港用得、要唔要額外 key，我哋未逐個試。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新章節：串接 Gmail + Calendar（原理）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22</a:t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372" name="Google Shape;372;p34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73" name="Google Shape;373;p34"/>
          <p:cNvSpPr/>
          <p:nvPr/>
        </p:nvSpPr>
        <p:spPr>
          <a:xfrm>
            <a:off x="548640" y="1463040"/>
            <a:ext cx="2468880" cy="164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6F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🎤 CoreS3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「今日有咩會？」</a:t>
            </a:r>
            <a:endParaRPr/>
          </a:p>
        </p:txBody>
      </p:sp>
      <p:sp>
        <p:nvSpPr>
          <p:cNvPr id="374" name="Google Shape;374;p34"/>
          <p:cNvSpPr/>
          <p:nvPr/>
        </p:nvSpPr>
        <p:spPr>
          <a:xfrm>
            <a:off x="3054096" y="2103120"/>
            <a:ext cx="320040" cy="36576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3410712" y="1463040"/>
            <a:ext cx="2468880" cy="164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7A4C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7A4CC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🖥 小智伺服器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決定用邊個工具</a:t>
            </a:r>
            <a:endParaRPr/>
          </a:p>
        </p:txBody>
      </p:sp>
      <p:sp>
        <p:nvSpPr>
          <p:cNvPr id="376" name="Google Shape;376;p34"/>
          <p:cNvSpPr/>
          <p:nvPr/>
        </p:nvSpPr>
        <p:spPr>
          <a:xfrm>
            <a:off x="5916168" y="2103120"/>
            <a:ext cx="320040" cy="36576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6272784" y="1463040"/>
            <a:ext cx="2468880" cy="164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E85D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🧰 唯讀插件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google_readonly.py</a:t>
            </a:r>
            <a:endParaRPr/>
          </a:p>
        </p:txBody>
      </p:sp>
      <p:sp>
        <p:nvSpPr>
          <p:cNvPr id="378" name="Google Shape;378;p34"/>
          <p:cNvSpPr/>
          <p:nvPr/>
        </p:nvSpPr>
        <p:spPr>
          <a:xfrm>
            <a:off x="8778240" y="2103120"/>
            <a:ext cx="320040" cy="36576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9134856" y="1463040"/>
            <a:ext cx="2468880" cy="164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📅📧 Google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日曆 iCal／Gmail IMAP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548640" y="3383280"/>
            <a:ext cx="11155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CoreS3 永遠唔會有 Google 密碼：全部放喺你部電腦嘅伺服器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插件只係「讀」：唔會寄信、唔會改日曆、唔會將郵件標成已讀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用 function calling 自己揀工具，你自然噉問就得</a:t>
            </a:r>
            <a:endParaRPr/>
          </a:p>
        </p:txBody>
      </p:sp>
      <p:sp>
        <p:nvSpPr>
          <p:cNvPr id="381" name="Google Shape;381;p34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插件係學造工作室為呢份教學寫嘅示範，已放喺同一個 Drive 資料夾。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5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小智伺服器官方點樣加工具？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23</a:t>
            </a:r>
            <a:endParaRPr/>
          </a:p>
        </p:txBody>
      </p:sp>
      <p:sp>
        <p:nvSpPr>
          <p:cNvPr id="391" name="Google Shape;391;p35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graphicFrame>
        <p:nvGraphicFramePr>
          <p:cNvPr id="392" name="Google Shape;392;p35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{33294A80-22F6-4044-B3C9-379B82F8F9A6}</a:tableStyleId>
              </a:tblPr>
              <a:tblGrid>
                <a:gridCol w="2743200"/>
                <a:gridCol w="5120650"/>
                <a:gridCol w="3200400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方法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放邊度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適合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① 插件（function）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plugins_func/functions/*.py</a:t>
                      </a:r>
                      <a:b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 Intent → function_call → functions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⭐ 今次用：唔使裝其他嘢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② 伺服器 MCP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data/.mcp_server_settings.json</a:t>
                      </a:r>
                      <a:b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（stdio／sse／streamable-http）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已有現成 MCP server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③ MCP 接入點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官方 docs：mcp-endpoint-enable.md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多部裝置共用工具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3" name="Google Shape;393;p35"/>
          <p:cNvSpPr/>
          <p:nvPr/>
        </p:nvSpPr>
        <p:spPr>
          <a:xfrm>
            <a:off x="548640" y="53035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插件寫法跟官方範例（get_weather）：@register_function + ToolType.SYSTEM_CTL + 讀 conn.config['plugins']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6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A　攞日曆嘅「iCal 私人網址」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24</a:t>
            </a:r>
            <a:endParaRPr/>
          </a:p>
        </p:txBody>
      </p:sp>
      <p:sp>
        <p:nvSpPr>
          <p:cNvPr id="403" name="Google Shape;403;p36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404" name="Google Shape;404;p36"/>
          <p:cNvSpPr/>
          <p:nvPr/>
        </p:nvSpPr>
        <p:spPr>
          <a:xfrm>
            <a:off x="731520" y="137160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1554480" y="137160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電腦開 Google 日曆 → 右上角 ⚙ 設定</a:t>
            </a:r>
            <a:endParaRPr/>
          </a:p>
        </p:txBody>
      </p:sp>
      <p:sp>
        <p:nvSpPr>
          <p:cNvPr id="406" name="Google Shape;406;p36"/>
          <p:cNvSpPr/>
          <p:nvPr/>
        </p:nvSpPr>
        <p:spPr>
          <a:xfrm>
            <a:off x="731520" y="214884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1554480" y="214884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左邊「我的日曆設定」→ 撳你個日曆</a:t>
            </a:r>
            <a:endParaRPr/>
          </a:p>
        </p:txBody>
      </p:sp>
      <p:sp>
        <p:nvSpPr>
          <p:cNvPr id="408" name="Google Shape;408;p36"/>
          <p:cNvSpPr/>
          <p:nvPr/>
        </p:nvSpPr>
        <p:spPr>
          <a:xfrm>
            <a:off x="731520" y="292608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1554480" y="292608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撳「整合日曆」</a:t>
            </a:r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731520" y="370332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/>
          </a:p>
        </p:txBody>
      </p:sp>
      <p:sp>
        <p:nvSpPr>
          <p:cNvPr id="411" name="Google Shape;411;p36"/>
          <p:cNvSpPr txBox="1"/>
          <p:nvPr/>
        </p:nvSpPr>
        <p:spPr>
          <a:xfrm>
            <a:off x="1554480" y="370332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複製「iCal 格式的私人網址」</a:t>
            </a:r>
            <a:endParaRPr/>
          </a:p>
        </p:txBody>
      </p:sp>
      <p:sp>
        <p:nvSpPr>
          <p:cNvPr id="412" name="Google Shape;412;p36"/>
          <p:cNvSpPr/>
          <p:nvPr/>
        </p:nvSpPr>
        <p:spPr>
          <a:xfrm>
            <a:off x="731520" y="448056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1554480" y="448056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只貼落伺服器設定檔，唔好俾任何人</a:t>
            </a:r>
            <a:endParaRPr/>
          </a:p>
        </p:txBody>
      </p:sp>
      <p:sp>
        <p:nvSpPr>
          <p:cNvPr id="414" name="Google Shape;414;p36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官方：條網址係唯讀；外洩就撳「重設」，舊網址即刻失效。公司／學校帳戶可能被管理員隱藏。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7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B　Gmail「應用程式密碼」</a:t>
            </a:r>
            <a:endParaRPr/>
          </a:p>
        </p:txBody>
      </p:sp>
      <p:sp>
        <p:nvSpPr>
          <p:cNvPr id="422" name="Google Shape;422;p37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423" name="Google Shape;423;p37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25</a:t>
            </a:r>
            <a:endParaRPr/>
          </a:p>
        </p:txBody>
      </p:sp>
      <p:sp>
        <p:nvSpPr>
          <p:cNvPr id="424" name="Google Shape;424;p37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425" name="Google Shape;425;p37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426" name="Google Shape;426;p37"/>
          <p:cNvSpPr txBox="1"/>
          <p:nvPr/>
        </p:nvSpPr>
        <p:spPr>
          <a:xfrm>
            <a:off x="548640" y="1371600"/>
            <a:ext cx="111556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帳戶要先開「兩步驗證」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去 myaccount.google.com/apppasswords 整一個 16 位密碼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個人 Gmail：2025 年 1 月起 IMAP 長期開啟，唔使另外設定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 Google 密碼後，應用程式密碼會自動失效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公司／學校帳戶、只用安全金鑰、進階保護：可能冇呢個選項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Google 官方話「唔建議」用應用程式密碼；而且佢可以存取成個郵箱，唔係真正唯讀權限。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8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8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C　放插件 ＋ 改設定</a:t>
            </a:r>
            <a:endParaRPr/>
          </a:p>
        </p:txBody>
      </p:sp>
      <p:sp>
        <p:nvSpPr>
          <p:cNvPr id="435" name="Google Shape;435;p38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436" name="Google Shape;436;p38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26</a:t>
            </a:r>
            <a:endParaRPr/>
          </a:p>
        </p:txBody>
      </p:sp>
      <p:sp>
        <p:nvSpPr>
          <p:cNvPr id="437" name="Google Shape;437;p38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438" name="Google Shape;438;p38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439" name="Google Shape;439;p38"/>
          <p:cNvSpPr/>
          <p:nvPr/>
        </p:nvSpPr>
        <p:spPr>
          <a:xfrm>
            <a:off x="548640" y="1234440"/>
            <a:ext cx="11064240" cy="68580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AD17A"/>
                </a:solidFill>
                <a:latin typeface="Consolas"/>
                <a:ea typeface="Consolas"/>
                <a:cs typeface="Consolas"/>
                <a:sym typeface="Consolas"/>
              </a:rPr>
              <a:t># docker-compose.yml → volumes: 加一行（🧩 我哋嘅做法）</a:t>
            </a:r>
            <a:endParaRPr/>
          </a:p>
        </p:txBody>
      </p:sp>
      <p:sp>
        <p:nvSpPr>
          <p:cNvPr id="440" name="Google Shape;440;p38"/>
          <p:cNvSpPr/>
          <p:nvPr/>
        </p:nvSpPr>
        <p:spPr>
          <a:xfrm>
            <a:off x="548640" y="1965960"/>
            <a:ext cx="11064240" cy="68580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- ./plugins/google_readonly.py:/opt/xiaozhi-esp32-server/plugins_func/functions/google_readonly.py</a:t>
            </a:r>
            <a:endParaRPr/>
          </a:p>
        </p:txBody>
      </p:sp>
      <p:sp>
        <p:nvSpPr>
          <p:cNvPr id="441" name="Google Shape;441;p38"/>
          <p:cNvSpPr/>
          <p:nvPr/>
        </p:nvSpPr>
        <p:spPr>
          <a:xfrm>
            <a:off x="548640" y="2743200"/>
            <a:ext cx="6675120" cy="274320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Intent: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function_call: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functions: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  - get_today_events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  - get_upcoming_events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  - get_unread_email_summary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plugins: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google_readonly: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ical_url: "你嘅iCal私人網址"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gmail_user: "you@gmail.com"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gmail_app_password: "xxxx xxxx xxxx xxxx"</a:t>
            </a:r>
            <a:endParaRPr/>
          </a:p>
        </p:txBody>
      </p:sp>
      <p:sp>
        <p:nvSpPr>
          <p:cNvPr id="442" name="Google Shape;442;p38"/>
          <p:cNvSpPr txBox="1"/>
          <p:nvPr/>
        </p:nvSpPr>
        <p:spPr>
          <a:xfrm>
            <a:off x="7406640" y="2743200"/>
            <a:ext cx="43891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7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寫入 data/.config.yaml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7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functions 清單會成個取代預設清單：想保留其他插件要一齊列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7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改完：docker compose restart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9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D　先喺電腦測試</a:t>
            </a:r>
            <a:endParaRPr/>
          </a:p>
        </p:txBody>
      </p:sp>
      <p:sp>
        <p:nvSpPr>
          <p:cNvPr id="449" name="Google Shape;449;p39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450" name="Google Shape;450;p39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27</a:t>
            </a:r>
            <a:endParaRPr/>
          </a:p>
        </p:txBody>
      </p:sp>
      <p:sp>
        <p:nvSpPr>
          <p:cNvPr id="451" name="Google Shape;451;p39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452" name="Google Shape;452;p39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453" name="Google Shape;453;p39"/>
          <p:cNvSpPr/>
          <p:nvPr/>
        </p:nvSpPr>
        <p:spPr>
          <a:xfrm>
            <a:off x="548640" y="1280160"/>
            <a:ext cx="11064240" cy="182880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AD17A"/>
                </a:solidFill>
                <a:latin typeface="Consolas"/>
                <a:ea typeface="Consolas"/>
                <a:cs typeface="Consolas"/>
                <a:sym typeface="Consolas"/>
              </a:rPr>
              <a:t># 用 Google 公開嘅香港公眾假期日曆試（唔使任何密碼）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python3 google_readonly.py --ics "https://calendar.google.com/calendar/ical/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en.hong_kong%23holiday%40group.v.calendar.google.com/public/basic.ics" --days 60</a:t>
            </a:r>
            <a:endParaRPr/>
          </a:p>
        </p:txBody>
      </p:sp>
      <p:sp>
        <p:nvSpPr>
          <p:cNvPr id="454" name="Google Shape;454;p39"/>
          <p:cNvSpPr txBox="1"/>
          <p:nvPr/>
        </p:nvSpPr>
        <p:spPr>
          <a:xfrm>
            <a:off x="548640" y="3383280"/>
            <a:ext cx="11155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見到「10月18日 全日 Chung Yeung Festival」= 日曆部分 OK（我哋 2026-10-05 實測）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再試自己：--ics 你嘅私人網址 ／ --gmail-user … --gmail-app-password …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通咗先重啟伺服器，問小智</a:t>
            </a:r>
            <a:endParaRPr/>
          </a:p>
        </p:txBody>
      </p:sp>
      <p:sp>
        <p:nvSpPr>
          <p:cNvPr id="455" name="Google Shape;455;p39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插件只用 Python 標準庫；已用官方 register.py 測試過載入同回傳格式。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0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例子對話（示意）</a:t>
            </a:r>
            <a:endParaRPr/>
          </a:p>
        </p:txBody>
      </p:sp>
      <p:sp>
        <p:nvSpPr>
          <p:cNvPr id="462" name="Google Shape;462;p40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463" name="Google Shape;463;p40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28</a:t>
            </a:r>
            <a:endParaRPr/>
          </a:p>
        </p:txBody>
      </p:sp>
      <p:sp>
        <p:nvSpPr>
          <p:cNvPr id="464" name="Google Shape;464;p40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465" name="Google Shape;465;p40"/>
          <p:cNvSpPr/>
          <p:nvPr/>
        </p:nvSpPr>
        <p:spPr>
          <a:xfrm>
            <a:off x="548640" y="1280160"/>
            <a:ext cx="6858000" cy="73152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你：</a:t>
            </a:r>
            <a:r>
              <a:rPr b="0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小智，今日有咩會？</a:t>
            </a:r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4389120" y="2148840"/>
            <a:ext cx="7223760" cy="914400"/>
          </a:xfrm>
          <a:prstGeom prst="roundRect">
            <a:avLst>
              <a:gd fmla="val 16667" name="adj"/>
            </a:avLst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小智：</a:t>
            </a:r>
            <a:r>
              <a:rPr b="0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今日有兩個：十一點例會，兩點同家長傾 ESP32 工作坊。</a:t>
            </a:r>
            <a:endParaRPr/>
          </a:p>
        </p:txBody>
      </p:sp>
      <p:sp>
        <p:nvSpPr>
          <p:cNvPr id="467" name="Google Shape;467;p40"/>
          <p:cNvSpPr/>
          <p:nvPr/>
        </p:nvSpPr>
        <p:spPr>
          <a:xfrm>
            <a:off x="548640" y="3200400"/>
            <a:ext cx="6858000" cy="73152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你：</a:t>
            </a:r>
            <a:r>
              <a:rPr b="0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有冇未讀重要郵件？</a:t>
            </a:r>
            <a:endParaRPr/>
          </a:p>
        </p:txBody>
      </p:sp>
      <p:sp>
        <p:nvSpPr>
          <p:cNvPr id="468" name="Google Shape;468;p40"/>
          <p:cNvSpPr/>
          <p:nvPr/>
        </p:nvSpPr>
        <p:spPr>
          <a:xfrm>
            <a:off x="4389120" y="4069080"/>
            <a:ext cx="7223760" cy="914400"/>
          </a:xfrm>
          <a:prstGeom prst="roundRect">
            <a:avLst>
              <a:gd fmla="val 16667" name="adj"/>
            </a:avLst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小智：</a:t>
            </a:r>
            <a:r>
              <a:rPr b="0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有兩封：陳大文話工作坊已經有 12 人報名；另一封係發票。</a:t>
            </a:r>
            <a:endParaRPr/>
          </a:p>
        </p:txBody>
      </p:sp>
      <p:sp>
        <p:nvSpPr>
          <p:cNvPr id="469" name="Google Shape;469;p40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示意：用我哋測試資料嘅結果；實際講法視乎你揀嘅 model。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1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正規路線（進階）：OAuth 唯讀權限</a:t>
            </a:r>
            <a:endParaRPr/>
          </a:p>
        </p:txBody>
      </p:sp>
      <p:sp>
        <p:nvSpPr>
          <p:cNvPr id="477" name="Google Shape;477;p41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478" name="Google Shape;478;p41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29</a:t>
            </a:r>
            <a:endParaRPr/>
          </a:p>
        </p:txBody>
      </p:sp>
      <p:sp>
        <p:nvSpPr>
          <p:cNvPr id="479" name="Google Shape;479;p41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480" name="Google Shape;480;p41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481" name="Google Shape;481;p41"/>
          <p:cNvSpPr/>
          <p:nvPr/>
        </p:nvSpPr>
        <p:spPr>
          <a:xfrm>
            <a:off x="4053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482" name="Google Shape;482;p41"/>
          <p:cNvSpPr txBox="1"/>
          <p:nvPr/>
        </p:nvSpPr>
        <p:spPr>
          <a:xfrm>
            <a:off x="548640" y="1280160"/>
            <a:ext cx="111556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API + OAuth：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 Google Cloud 專案，用 calendar.readonly、gmail.readonly 權限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留意：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外部用戶＋「測試中」狀態嘅專案，refresh token 7 日到期 ✅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官方 Workspace MCP：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Gmail／Calendar 遠端 MCP，開發者預覽、要 OAuth ⚠️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社群 MCP：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taylorwilsdon/google_workspace_mcp（MIT，有 --read-only、streamable-http）🧩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社群 MCP 可以填入 data/.mcp_server_settings.json；記得轉 port（佢預設 8000 同小智撞）</a:t>
            </a:r>
            <a:endParaRPr/>
          </a:p>
        </p:txBody>
      </p:sp>
      <p:sp>
        <p:nvSpPr>
          <p:cNvPr id="483" name="Google Shape;483;p41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以上進階路線我哋未接駁小智實測；新手建議先用 iCal + 應用程式密碼。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安全 ＆ 私隱（Gmail + Calendar）</a:t>
            </a:r>
            <a:endParaRPr/>
          </a:p>
        </p:txBody>
      </p:sp>
      <p:sp>
        <p:nvSpPr>
          <p:cNvPr id="491" name="Google Shape;491;p42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30</a:t>
            </a:r>
            <a:endParaRPr/>
          </a:p>
        </p:txBody>
      </p:sp>
      <p:sp>
        <p:nvSpPr>
          <p:cNvPr id="493" name="Google Shape;493;p42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494" name="Google Shape;494;p42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495" name="Google Shape;495;p42"/>
          <p:cNvSpPr txBox="1"/>
          <p:nvPr/>
        </p:nvSpPr>
        <p:spPr>
          <a:xfrm>
            <a:off x="548640" y="1280160"/>
            <a:ext cx="111556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iCal 私人網址、應用程式密碼：只放伺服器 .config.yaml，唔好落板、唔好上 GitHub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外洩：日曆撳「重設」；應用程式密碼撳「移除」再整過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你嘅行程、郵件標題同摘要會傳去 AI 供應商（經 OpenRouter）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唔好用學生或者其他人嘅帳戶；建議用一個專用帳戶示範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郵件可能藏住「叫 AI 做嘢」嘅文字（prompt injection）：插件只讀，但 AI 答案要小心睇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香港：揀嘅 model 可能有地區限制（見前面）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3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搞唔掂？Gmail + Calendar 篇</a:t>
            </a:r>
            <a:endParaRPr/>
          </a:p>
        </p:txBody>
      </p:sp>
      <p:sp>
        <p:nvSpPr>
          <p:cNvPr id="502" name="Google Shape;502;p43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503" name="Google Shape;503;p43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31</a:t>
            </a:r>
            <a:endParaRPr/>
          </a:p>
        </p:txBody>
      </p:sp>
      <p:sp>
        <p:nvSpPr>
          <p:cNvPr id="504" name="Google Shape;504;p43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505" name="Google Shape;505;p43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graphicFrame>
        <p:nvGraphicFramePr>
          <p:cNvPr id="506" name="Google Shape;506;p43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{33294A80-22F6-4044-B3C9-379B82F8F9A6}</a:tableStyleId>
              </a:tblPr>
              <a:tblGrid>
                <a:gridCol w="3840475"/>
                <a:gridCol w="72237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問題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試吓咁做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小智話「未設定日曆」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檢查 plugins → google_readonly → ical_url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搵唔到私人網址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公司／學校帳戶可能被管理員關咗，用個人帳戶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Gmail 登入失敗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重新整應用程式密碼（改過 Google 密碼會失效）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搵唔到應用程式密碼選項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先開兩步驗證；Workspace／進階保護可能冇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冇用工具，亂答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確認 functions 有列出；model 要支援 tools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行程時間錯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設定 timezone: Asia/Hong_Kong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重複活動唔齊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插件只支援簡單重複規則（README 有寫）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7" name="Google Shape;507;p43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睇 log：docker logs -f xiaozhi-esp32-server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4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搞唔掂？常見問題</a:t>
            </a:r>
            <a:endParaRPr/>
          </a:p>
        </p:txBody>
      </p:sp>
      <p:sp>
        <p:nvSpPr>
          <p:cNvPr id="514" name="Google Shape;514;p44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515" name="Google Shape;515;p4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32</a:t>
            </a:r>
            <a:endParaRPr/>
          </a:p>
        </p:txBody>
      </p:sp>
      <p:sp>
        <p:nvSpPr>
          <p:cNvPr id="516" name="Google Shape;516;p44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graphicFrame>
        <p:nvGraphicFramePr>
          <p:cNvPr id="517" name="Google Shape;517;p44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{33294A80-22F6-4044-B3C9-379B82F8F9A6}</a:tableStyleId>
              </a:tblPr>
              <a:tblGrid>
                <a:gridCol w="3474725"/>
                <a:gridCol w="75895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問題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試吓咁做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聽寫出晒韓文／日文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檢查 models/SenseVoiceSmall/model.pt 有冇放啱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部機駁唔到伺服器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同一個 Wi-Fi？OTA 網址啱？防火牆開 8000、8003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OTA 網頁話唔正常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檢查 server.websocket 有冇填內網 IP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冇反應／403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用 curl 試 key；換 deepseek／qwen model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TTS 失敗／超時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睇官方 FAQ；EdgeTTS 靠網絡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我停一停佢就搶住答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調大 SileroVAD 嘅 min_silence_duration_ms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Mac 跑唔到 Docker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Apple 晶片要 build arm64 image 或者源碼跑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8" name="Google Shape;518;p44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官方 FAQ：xiaozhi-esp32-server/docs/FAQ.md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5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API Key 安全（老師必睇）</a:t>
            </a:r>
            <a:endParaRPr/>
          </a:p>
        </p:txBody>
      </p:sp>
      <p:sp>
        <p:nvSpPr>
          <p:cNvPr id="526" name="Google Shape;526;p45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527" name="Google Shape;527;p45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33</a:t>
            </a:r>
            <a:endParaRPr/>
          </a:p>
        </p:txBody>
      </p:sp>
      <p:sp>
        <p:nvSpPr>
          <p:cNvPr id="528" name="Google Shape;528;p45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529" name="Google Shape;529;p45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530" name="Google Shape;530;p45"/>
          <p:cNvSpPr txBox="1"/>
          <p:nvPr/>
        </p:nvSpPr>
        <p:spPr>
          <a:xfrm>
            <a:off x="548640" y="1371600"/>
            <a:ext cx="111556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Key 只放喺伺服器 .config.yaml，學生部板只知 OTA 網址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唔好將 .config.yaml 上載 GitHub／分享畀學生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每條 key 設用量上限；一外洩即刻刪除再整過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伺服器可開 server.auth（裝置白名單），淨係俾自己部板用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一班學生：一部老師電腦做伺服器就夠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6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私隱：啲資料去咗邊？</a:t>
            </a:r>
            <a:endParaRPr/>
          </a:p>
        </p:txBody>
      </p:sp>
      <p:sp>
        <p:nvSpPr>
          <p:cNvPr id="537" name="Google Shape;537;p46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538" name="Google Shape;538;p46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34</a:t>
            </a:r>
            <a:endParaRPr/>
          </a:p>
        </p:txBody>
      </p:sp>
      <p:sp>
        <p:nvSpPr>
          <p:cNvPr id="539" name="Google Shape;539;p46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540" name="Google Shape;540;p46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graphicFrame>
        <p:nvGraphicFramePr>
          <p:cNvPr id="541" name="Google Shape;541;p46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{33294A80-22F6-4044-B3C9-379B82F8F9A6}</a:tableStyleId>
              </a:tblPr>
              <a:tblGrid>
                <a:gridCol w="3200400"/>
                <a:gridCol w="78638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資料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去邊度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你把聲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你自己部電腦（SenseVoice 本地離線聽寫）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聽寫出嚟嘅文字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OpenRouter → 你揀嘅 AI 公司（例：xAI）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回覆文字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Microsoft Edge 朗讀服務（EdgeTTS）轉做聲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2" name="Google Shape;542;p46"/>
          <p:cNvSpPr txBox="1"/>
          <p:nvPr/>
        </p:nvSpPr>
        <p:spPr>
          <a:xfrm>
            <a:off x="548640" y="411480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提醒小朋友：唔好講真名、地址、電話、密碼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EdgeTTS 係經 edge-tts 呢類非正式接口用微軟服務，條款同穩定性未核實 ⚠️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7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連結 ＆ 鳴謝</a:t>
            </a:r>
            <a:endParaRPr/>
          </a:p>
        </p:txBody>
      </p:sp>
      <p:sp>
        <p:nvSpPr>
          <p:cNvPr id="549" name="Google Shape;549;p47"/>
          <p:cNvSpPr txBox="1"/>
          <p:nvPr/>
        </p:nvSpPr>
        <p:spPr>
          <a:xfrm>
            <a:off x="365760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</a:t>
            </a:r>
            <a:endParaRPr/>
          </a:p>
        </p:txBody>
      </p:sp>
      <p:sp>
        <p:nvSpPr>
          <p:cNvPr id="550" name="Google Shape;550;p47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35</a:t>
            </a:r>
            <a:endParaRPr/>
          </a:p>
        </p:txBody>
      </p:sp>
      <p:sp>
        <p:nvSpPr>
          <p:cNvPr id="551" name="Google Shape;551;p47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552" name="Google Shape;552;p47"/>
          <p:cNvSpPr txBox="1"/>
          <p:nvPr/>
        </p:nvSpPr>
        <p:spPr>
          <a:xfrm>
            <a:off x="548640" y="1188720"/>
            <a:ext cx="111556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小智韌體：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github.com/78/xiaozhi-esp32（MIT）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小智伺服器：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github.com/xinnan-tech/xiaozhi-esp32-server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SenseVoice：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github.com/FunAudioLLM/SenseVoice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openrouter.ai/docs/quickstart ｜ /models ｜ /pricing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xAI：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docs.x.ai/developers/models ｜ console.x.ai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網頁燒錄：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espressif.github.io/esptool-js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AI_StackChan2：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github.com/robo8080/AI_StackChan2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日曆 iCal 說明：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support.google.com/calendar/answer/37648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應用程式密碼說明：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support.google.com/accounts/answer/185833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插件：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google_readonly.py + README.md（同一個 Drive 資料夾）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上一份 Muse 簡報：</a:t>
            </a: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docs.google.com/presentation/d/1My5i5JZMvMSKaUyRAq-cmJkXwtLNNZpN</a:t>
            </a:r>
            <a:endParaRPr/>
          </a:p>
        </p:txBody>
      </p:sp>
      <p:sp>
        <p:nvSpPr>
          <p:cNvPr id="553" name="Google Shape;553;p47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鳴謝：虾哥（78）、xinnan-tech、FunAudioLLM、robo8080 等開源作者。本簡報由學造工作室整理。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