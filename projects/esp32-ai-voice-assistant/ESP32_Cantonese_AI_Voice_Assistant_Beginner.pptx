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03A9F7-0080-41A6-825C-D4E46F144C87}">
  <a:tblStyle styleId="{5503A9F7-0080-41A6-825C-D4E46F144C8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上一份簡報：https://docs.google.com/presentation/d/1My5i5JZMvMSKaUyRAq-cmJkXwtLNNZpN/edit 。來源：Meta Help Center『About Muse subscriptions』（meta.com/help/subscriptions/1021145227643680）。地區名單：第三方整理（usecarly.com、ipjudge.org，2026-09-30）。</a:t>
            </a:r>
            <a:endParaRPr/>
          </a:p>
        </p:txBody>
      </p:sp>
      <p:sp>
        <p:nvSpPr>
          <p:cNvPr id="91" name="Google Shape;9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來源：github.com/robo8080/AI_StackChan2 README 同 src/main.cpp（https_post_json("https://api.openai.com/v1/chat/completions"...)、SD.open("/wifi.txt")、SD.open("/apikey.txt")）。</a:t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" name="Google Shape;165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官方：xiaozhi-esp32 README 支援清單、main/boards/m5stack/core-s3；觸控邏輯見 m5stack_core_s3.cc（短按 ToggleChatState）；ESP32-S3 預設喚醒詞 CONFIG_SR_WN_WN9_NIHAOXIAOZHI_TTS。</a:t>
            </a:r>
            <a:endParaRPr/>
          </a:p>
        </p:txBody>
      </p:sp>
      <p:sp>
        <p:nvSpPr>
          <p:cNvPr id="166" name="Google Shape;166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腳位：main/boards/bread-compact-wifi/config.h（SIMPLEX 模式）。官方 repo 另一塊板 minsi-k08 寫明用 MAX98357 + INMP441 + ESP32S3N16R8。</a:t>
            </a:r>
            <a:endParaRPr/>
          </a:p>
        </p:txBody>
      </p:sp>
      <p:sp>
        <p:nvSpPr>
          <p:cNvPr id="179" name="Google Shape;179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社群回報來源：github.com/NousResearch/hermes-agent/issues/23501；SCMP 2026-10-02 報道 Anthropic 收緊香港 VPN 存取。Model ID 由 openrouter.ai/api/v1/models 於 2026-10-05 查得。</a:t>
            </a:r>
            <a:endParaRPr/>
          </a:p>
        </p:txBody>
      </p:sp>
      <p:sp>
        <p:nvSpPr>
          <p:cNvPr id="219" name="Google Shape;219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OpenRouter Quickstart：POST https://openrouter.ai/api/v1/chat/completions，Authorization: Bearer &lt;OPENROUTER_API_KEY&gt;。</a:t>
            </a:r>
            <a:endParaRPr/>
          </a:p>
        </p:txBody>
      </p:sp>
      <p:sp>
        <p:nvSpPr>
          <p:cNvPr id="232" name="Google Shape;232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" name="Google Shape;243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官方：docs/Deployment.md『方式一：Docker只运行Server』。模型：https://modelscope.cn/models/iic/SenseVoiceSmall/resolve/master/model.pt</a:t>
            </a:r>
            <a:endParaRPr/>
          </a:p>
        </p:txBody>
      </p:sp>
      <p:sp>
        <p:nvSpPr>
          <p:cNvPr id="244" name="Google Shape;244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官方：config.yaml 註解（系統優先讀 data/.config.yaml，冇嘅就讀 config.yaml，遞迴合併）；FunASR language 支援 zh、en、ja、ko、yue；SenseVoiceSmall 官方 README：支援 Mandarin、Cantonese、English、Japanese、Korean。</a:t>
            </a:r>
            <a:endParaRPr/>
          </a:p>
        </p:txBody>
      </p:sp>
      <p:sp>
        <p:nvSpPr>
          <p:cNvPr id="257" name="Google Shape;257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官方：config.yaml LLM 段寫明 type 可以係 openai，參數 base_url／model_name／api_key。香港廣東話聲由 edge-tts --list-voices 查證：zh-HK-HiuGaaiNeural、zh-HK-HiuMaanNeural、zh-HK-WanLungNeural。</a:t>
            </a:r>
            <a:endParaRPr/>
          </a:p>
        </p:txBody>
      </p:sp>
      <p:sp>
        <p:nvSpPr>
          <p:cNvPr id="270" name="Google Shape;27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0" name="Google Shape;320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官方：xiaozhi-esp32-server docs/firmware-setting.md（第3步：配网模式→高级选项→输入ota地址）；README：韌體預設連 xiaozhi.me；CoreS3 開機中短按觸控 → EnterWifiConfigMode。</a:t>
            </a:r>
            <a:endParaRPr/>
          </a:p>
        </p:txBody>
      </p:sp>
      <p:sp>
        <p:nvSpPr>
          <p:cNvPr id="321" name="Google Shape;321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2" name="Google Shape;352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官方：xiaozhi-esp32 docs/mcp-usage.md、mcp-protocol.md；server docs/mcp-endpoint-enable.md、homeassistant-integration.md、weather-integration.md。OpenRouter models API 嘅 supported_parameters 包含 tools。</a:t>
            </a:r>
            <a:endParaRPr/>
          </a:p>
        </p:txBody>
      </p:sp>
      <p:sp>
        <p:nvSpPr>
          <p:cNvPr id="353" name="Google Shape;353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6" name="Google Shape;376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官方：config.yaml 註解『系统会优先读取 data/.config.yaml…保护您的密钥安全』；server.auth.enabled / allowed_devices。</a:t>
            </a:r>
            <a:endParaRPr/>
          </a:p>
        </p:txBody>
      </p:sp>
      <p:sp>
        <p:nvSpPr>
          <p:cNvPr id="377" name="Google Shape;377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2222B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31520" y="1005840"/>
            <a:ext cx="107899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唔使 Muse！</a:t>
            </a:r>
            <a:endParaRPr/>
          </a:p>
        </p:txBody>
      </p:sp>
      <p:sp>
        <p:nvSpPr>
          <p:cNvPr id="85" name="Google Shape;85;p13"/>
          <p:cNvSpPr txBox="1"/>
          <p:nvPr/>
        </p:nvSpPr>
        <p:spPr>
          <a:xfrm>
            <a:off x="731520" y="2194560"/>
            <a:ext cx="1078992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C89E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自己砌一部識講廣東話嘅 ESP32 AI 語音助手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731520" y="3657600"/>
            <a:ext cx="107899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小智 xiaozhi 開源韌體 + 自己部電腦做伺服器 + OpenRouter／Grok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初學者版 · 一頁一步 · 大家都做得到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31520" y="576072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BBBC4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資料核實日期：2026 年 10 月 5 日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點解唔用 Muse？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/>
          </a:p>
        </p:txBody>
      </p:sp>
      <p:sp>
        <p:nvSpPr>
          <p:cNvPr id="97" name="Google Shape;97;p14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48640" y="1371600"/>
            <a:ext cx="111556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Meta 官方：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Muse 仲係「有限測試」，未喺所有地區提供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訂閱條件：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人要喺 Muse 已開放嘅國家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第三方整理：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暫時只有美國、加拿大；香港未開放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所以：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今次改用開源方案，大腦自己揀（OpenRouter／Grok）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上一份 Muse 簡報：docs.google.com/presentation/d/1My5i5JZMvMSKaUyRAq-cmJkXwtLNNZpN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5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三種標籤點睇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4053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731520" y="1645920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3291840" y="155448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喺官方 GitHub repo／官方網站寫明，或者我哋親自查到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731520" y="2834640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3291840" y="274320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社群常用做法、第三方工具，官方冇逐步寫明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731520" y="4023360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3291840" y="393192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我哋搵唔到資料證實，要自己試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548640" y="521208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原則：唔識就話唔識，唔會亂估。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原理：一句說話嘅旅程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/>
          </a:p>
        </p:txBody>
      </p:sp>
      <p:sp>
        <p:nvSpPr>
          <p:cNvPr id="127" name="Google Shape;127;p16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128" name="Google Shape;128;p16"/>
          <p:cNvSpPr/>
          <p:nvPr/>
        </p:nvSpPr>
        <p:spPr>
          <a:xfrm>
            <a:off x="548640" y="1645920"/>
            <a:ext cx="1965960" cy="17373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1F6F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6F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🎤 CoreS3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錄你把聲</a:t>
            </a:r>
            <a:endParaRPr/>
          </a:p>
        </p:txBody>
      </p:sp>
      <p:sp>
        <p:nvSpPr>
          <p:cNvPr id="129" name="Google Shape;129;p16"/>
          <p:cNvSpPr/>
          <p:nvPr/>
        </p:nvSpPr>
        <p:spPr>
          <a:xfrm>
            <a:off x="2551176" y="2331720"/>
            <a:ext cx="22860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6B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6"/>
          <p:cNvSpPr/>
          <p:nvPr/>
        </p:nvSpPr>
        <p:spPr>
          <a:xfrm>
            <a:off x="2816352" y="1645920"/>
            <a:ext cx="1965960" cy="17373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E85D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👂 STT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SenseVoice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（你部電腦）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4818888" y="2331720"/>
            <a:ext cx="22860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6B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084064" y="1645920"/>
            <a:ext cx="1965960" cy="17373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7A4C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7A4CC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🧠 LLM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OpenRouter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／Grok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7086600" y="2331720"/>
            <a:ext cx="22860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6B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7351776" y="1645920"/>
            <a:ext cx="1965960" cy="17373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2E8B57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🗣 TTS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EdgeTTS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廣東話聲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9354312" y="2331720"/>
            <a:ext cx="228600" cy="36576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B6B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9619488" y="1645920"/>
            <a:ext cx="1965960" cy="17373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1F6FB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1F6FB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🔊 CoreS3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播出嚟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548640" y="3657600"/>
            <a:ext cx="1115568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ESP32 只負責錄音同播音，經 Wi-Fi 傳去你部電腦（xiaozhi-esp32-server）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電腦負責聽寫、問 AI、轉返做聲音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重點：API key 只係放喺電腦伺服器，塊板入面冇 key！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7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主方案：小智 xiaozhi（推介）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48640" y="1463040"/>
            <a:ext cx="5394960" cy="33832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E85D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裝置：78/xiaozhi-esp32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MIT 開源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官方支援 M5Stack CoreS3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有現成韌體 v2.5.0（唔使編譯）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Wi-Fi 熱點設定網絡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6217920" y="1463040"/>
            <a:ext cx="5394960" cy="338328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7A4C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7A4CC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伺服器：xinnan-tech/xiaozhi-esp32-server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自己部電腦用 Docker 跑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LLM 可填任何 OpenAI 相容 API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SenseVoice 支援粵語聽寫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EdgeTTS 有香港廣東話聲</a:t>
            </a:r>
            <a:endParaRPr/>
          </a:p>
        </p:txBody>
      </p:sp>
      <p:sp>
        <p:nvSpPr>
          <p:cNvPr id="150" name="Google Shape;150;p17"/>
          <p:cNvSpPr/>
          <p:nvPr/>
        </p:nvSpPr>
        <p:spPr>
          <a:xfrm>
            <a:off x="548640" y="521208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揀佢原因：唔使寫 code、key 唔落板、可以揀任何 AI 大腦。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後備方案：AI_StackChan2（點解唔做主力）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6</a:t>
            </a: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548640" y="1371600"/>
            <a:ext cx="111556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robo8080 為 StackChan 寫嘅 ChatGPT 韌體（PlatformIO 編譯）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網址寫死咗 api.openai.com → 要改 code 先駁到 OpenRouter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講嘢用 VOICEVOX（日文聲）；聽寫用 Google STT 或 OpenAI Whisper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Wi-Fi／key 放 SD 卡（wifi.txt、apikey.txt）或板上網頁輸入 → key 落咗板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GitHub 最後更新：2024 年 8 月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48640" y="530352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6B6B75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結論：好玩，但要做廣東話＋OpenRouter 要自己改 code，唔啱新手。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9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硬件 A：M5Stack CoreS3（StackChan 個腦）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7</a:t>
            </a:r>
            <a:endParaRPr/>
          </a:p>
        </p:txBody>
      </p:sp>
      <p:sp>
        <p:nvSpPr>
          <p:cNvPr id="172" name="Google Shape;172;p19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548640" y="1371600"/>
            <a:ext cx="1115568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小智官方支援：板名 m5stack-core-s3，有現成韌體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有咪、有喇叭、有觸控螢幕：一插 USB 就用得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輕按螢幕 = 開始／停止對話；講「你好小智」都可以叫醒佢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StackChan 入面就係 CoreS3 → 可以燒同一個韌體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548640" y="484632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小智 repo 冇 StackChan 專用板：舵機（郁頭）同 LED 應該唔會郁，要自己改。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硬件 B：平價 DIY（ESP32-S3 + 咪 + 功放）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8</a:t>
            </a:r>
            <a:endParaRPr/>
          </a:p>
        </p:txBody>
      </p:sp>
      <p:sp>
        <p:nvSpPr>
          <p:cNvPr id="185" name="Google Shape;185;p20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187" name="Google Shape;187;p20"/>
          <p:cNvSpPr/>
          <p:nvPr/>
        </p:nvSpPr>
        <p:spPr>
          <a:xfrm>
            <a:off x="4053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graphicFrame>
        <p:nvGraphicFramePr>
          <p:cNvPr id="188" name="Google Shape;188;p20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{5503A9F7-0080-41A6-825C-D4E46F144C87}</a:tableStyleId>
              </a:tblPr>
              <a:tblGrid>
                <a:gridCol w="2377450"/>
                <a:gridCol w="2377450"/>
                <a:gridCol w="2011675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零件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腳位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ESP32-S3 GPIO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咪 INMP441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WS / SCK / SD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 / 5 / 6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功放 MAX98357A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DIN / BCLK / LRC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7 / 15 / 16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OLED SSD1306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SDA / SCL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41 / 42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按鈕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BOOT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8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0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</a:tbl>
          </a:graphicData>
        </a:graphic>
      </p:graphicFrame>
      <p:sp>
        <p:nvSpPr>
          <p:cNvPr id="189" name="Google Shape;189;p20"/>
          <p:cNvSpPr txBox="1"/>
          <p:nvPr/>
        </p:nvSpPr>
        <p:spPr>
          <a:xfrm>
            <a:off x="7589520" y="1371600"/>
            <a:ext cx="41148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韌體：bread-compact-wifi（官方有現成檔）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腳位嚟自官方 config.h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55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INMP441／MAX98357A 係社群常用型號 🧩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48640" y="484632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唔駁 OLED 得唔得、接線圖細節：官方教學喺飛書文件，我哋開唔到，請對照 repo。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準備清單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9</a:t>
            </a:r>
            <a:endParaRPr/>
          </a:p>
        </p:txBody>
      </p:sp>
      <p:sp>
        <p:nvSpPr>
          <p:cNvPr id="199" name="Google Shape;199;p21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548640" y="1371600"/>
            <a:ext cx="111556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板：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CoreS3（或者 StackChan／DIY 套裝）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USB-C 線：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要識傳資料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一部電腦做伺服器：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裝 Docker；要同部板喺同一個 Wi-Fi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瀏覽器：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Chrome 或 Edge（用嚟燒韌體）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8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OpenRouter 帳戶 + 少少額度</a:t>
            </a:r>
            <a:r>
              <a:rPr b="0" i="0" lang="en-US" sz="24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（或者 xAI 帳戶）</a:t>
            </a:r>
            <a:endParaRPr/>
          </a:p>
        </p:txBody>
      </p:sp>
      <p:sp>
        <p:nvSpPr>
          <p:cNvPr id="202" name="Google Shape;202;p21"/>
          <p:cNvSpPr/>
          <p:nvPr/>
        </p:nvSpPr>
        <p:spPr>
          <a:xfrm>
            <a:off x="548640" y="521208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官方 Docker image 只支援 x86 電腦；Apple 晶片 Mac 要自己 build arm64 或者用源碼方式跑。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申請 API Key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10</a:t>
            </a:r>
            <a:endParaRPr/>
          </a:p>
        </p:txBody>
      </p:sp>
      <p:sp>
        <p:nvSpPr>
          <p:cNvPr id="211" name="Google Shape;211;p22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212" name="Google Shape;212;p22"/>
          <p:cNvSpPr/>
          <p:nvPr/>
        </p:nvSpPr>
        <p:spPr>
          <a:xfrm>
            <a:off x="548640" y="1371600"/>
            <a:ext cx="5394960" cy="31089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E85D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OpenRouter（主力）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openrouter.ai 註冊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Settings → Keys → Create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Key 樣子：sk-or-v1-…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按用量收費，要先充值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6217920" y="1371600"/>
            <a:ext cx="5394960" cy="3108960"/>
          </a:xfrm>
          <a:prstGeom prst="roundRect">
            <a:avLst>
              <a:gd fmla="val 8000" name="adj"/>
            </a:avLst>
          </a:prstGeom>
          <a:solidFill>
            <a:srgbClr val="FFFFFF"/>
          </a:solidFill>
          <a:ln cap="flat" cmpd="sng" w="38100">
            <a:solidFill>
              <a:srgbClr val="7A4CC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t" bIns="45700" lIns="182875" spcFirstLastPara="1" rIns="182875" wrap="square" tIns="1371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7A4CC2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xAI Grok（可選）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console.x.ai 註冊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建立 API key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網址：https://api.x.ai/v1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按 token 收費</a:t>
            </a:r>
            <a:endParaRPr/>
          </a:p>
        </p:txBody>
      </p:sp>
      <p:sp>
        <p:nvSpPr>
          <p:cNvPr id="214" name="Google Shape;214;p22"/>
          <p:cNvSpPr/>
          <p:nvPr/>
        </p:nvSpPr>
        <p:spPr>
          <a:xfrm>
            <a:off x="548640" y="484632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收費以官方頁為準：openrouter.ai/models 、openrouter.ai/pricing 、docs.x.ai/developers/models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48640" y="5623560"/>
            <a:ext cx="10972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💡 每條 key 可以設用量上限，防止用爆（以 OpenRouter 介面為準）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香港用家：揀 model 要小心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11</a:t>
            </a:r>
            <a:endParaRPr/>
          </a:p>
        </p:txBody>
      </p:sp>
      <p:sp>
        <p:nvSpPr>
          <p:cNvPr id="225" name="Google Shape;225;p23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226" name="Google Shape;226;p23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548640" y="1371600"/>
            <a:ext cx="111556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社群回報：OpenAI、Anthropic、Google 唔支援香港，經 OpenRouter 都可能出 403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OpenRouter 唔會幫你繞過上游供應商嘅地區限制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Grok（x-ai/…）喺香港用唔用到：我哋未實測 ⚠️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後備：deepseek/deepseek-v4.1-flash、qwen/qwen3.8-flash（OpenRouter 上有）</a:t>
            </a:r>
            <a:endParaRPr/>
          </a:p>
        </p:txBody>
      </p:sp>
      <p:sp>
        <p:nvSpPr>
          <p:cNvPr id="228" name="Google Shape;228;p23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做法：下一頁用 curl 先試一試，通咗先至駁落小智。唔建議用 VPN 繞過限制。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1　先試吓條 Key 通唔通</a:t>
            </a:r>
            <a:endParaRPr/>
          </a:p>
        </p:txBody>
      </p:sp>
      <p:sp>
        <p:nvSpPr>
          <p:cNvPr id="236" name="Google Shape;236;p24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12</a:t>
            </a:r>
            <a:endParaRPr/>
          </a:p>
        </p:txBody>
      </p:sp>
      <p:sp>
        <p:nvSpPr>
          <p:cNvPr id="238" name="Google Shape;238;p24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239" name="Google Shape;239;p24"/>
          <p:cNvSpPr/>
          <p:nvPr/>
        </p:nvSpPr>
        <p:spPr>
          <a:xfrm>
            <a:off x="548640" y="1371600"/>
            <a:ext cx="11064240" cy="265176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curl https://openrouter.ai/api/v1/chat/completions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-H "Authorization: Bearer $OPENROUTER_API_KEY"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-H "Content-Type: application/json" \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-d '{"model":"x-ai/grok-4.3",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   "messages":[{"role":"user","content":"用廣東話講句你好"}]}'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48640" y="4297680"/>
            <a:ext cx="109728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見到廣東話答案 = 成功；見到 403／region 字眼 = 換 model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Model 名喺 openrouter.ai/models 抄（例：x-ai/grok-4.3）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5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2　準備伺服器資料夾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13</a:t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548640" y="1371600"/>
            <a:ext cx="5760720" cy="237744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xiaozhi-server/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docker-compose.yml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data/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.config.yaml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models/SenseVoiceSmall/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model.pt</a:t>
            </a:r>
            <a:endParaRPr/>
          </a:p>
        </p:txBody>
      </p:sp>
      <p:sp>
        <p:nvSpPr>
          <p:cNvPr id="252" name="Google Shape;252;p25"/>
          <p:cNvSpPr txBox="1"/>
          <p:nvPr/>
        </p:nvSpPr>
        <p:spPr>
          <a:xfrm>
            <a:off x="6583680" y="1371600"/>
            <a:ext cx="51206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docker-compose.yml：喺 repo main/xiaozhi-server 下載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model.pt：聽寫模型，喺 ModelScope 下載 SenseVoiceSmall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.config.yaml：自己開一個新檔（下一頁）</a:t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548640" y="521208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留意：data 入面個檔名前面有一點：.config.yaml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6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6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3　填 .config.yaml（上半：基本設定）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14</a:t>
            </a:r>
            <a:endParaRPr/>
          </a:p>
        </p:txBody>
      </p:sp>
      <p:sp>
        <p:nvSpPr>
          <p:cNvPr id="263" name="Google Shape;263;p26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264" name="Google Shape;264;p26"/>
          <p:cNvSpPr/>
          <p:nvPr/>
        </p:nvSpPr>
        <p:spPr>
          <a:xfrm>
            <a:off x="548640" y="1280160"/>
            <a:ext cx="6949440" cy="402336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server: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websocket: ws://192.168.1.25:8000/xiaozhi/v1/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prompt: |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你係香港 AI 助手，一定用廣東話口語、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繁體中文，每次答兩三句。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selected_module: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LLM: OpenRouterLLM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TTS: EdgeTTS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ASR: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FunASR: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language: yue</a:t>
            </a:r>
            <a:endParaRPr/>
          </a:p>
        </p:txBody>
      </p:sp>
      <p:sp>
        <p:nvSpPr>
          <p:cNvPr id="265" name="Google Shape;265;p26"/>
          <p:cNvSpPr txBox="1"/>
          <p:nvPr/>
        </p:nvSpPr>
        <p:spPr>
          <a:xfrm>
            <a:off x="7772400" y="1280160"/>
            <a:ext cx="4023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websocket：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換做你電腦嘅內網 IP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prompt：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 嘅性格同語言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selected_module：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揀用邊個大腦同把聲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language: yue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＝聽粵語</a:t>
            </a:r>
            <a:endParaRPr/>
          </a:p>
        </p:txBody>
      </p:sp>
      <p:sp>
        <p:nvSpPr>
          <p:cNvPr id="266" name="Google Shape;266;p26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成個檔放喺 data/.config.yaml；冇寫嘅設定會自動用官方預設值。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7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7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3　填 .config.yaml（下半：大腦＋把聲）</a:t>
            </a:r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15</a:t>
            </a:r>
            <a:endParaRPr/>
          </a:p>
        </p:txBody>
      </p:sp>
      <p:sp>
        <p:nvSpPr>
          <p:cNvPr id="276" name="Google Shape;276;p27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277" name="Google Shape;277;p27"/>
          <p:cNvSpPr/>
          <p:nvPr/>
        </p:nvSpPr>
        <p:spPr>
          <a:xfrm>
            <a:off x="548640" y="1280160"/>
            <a:ext cx="6949440" cy="402336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LLM: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OpenRouterLLM: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type: openai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base_url: https://openrouter.ai/api/v1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model_name: x-ai/grok-4.3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api_key: sk-or-v1-你條key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TTS: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EdgeTTS: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voice: zh-HK-HiuGaaiNeural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7772400" y="1280160"/>
            <a:ext cx="40233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type: openai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＝OpenAI 相容格式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api_key：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淨係喺呢度出現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model_name：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可換 deepseek／qwen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voice：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HiuGaai、HiuMaan（女）／WanLung（男）</a:t>
            </a:r>
            <a:endParaRPr/>
          </a:p>
        </p:txBody>
      </p:sp>
      <p:sp>
        <p:nvSpPr>
          <p:cNvPr id="279" name="Google Shape;279;p27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改完要重啟：docker compose restart（或者 down 再 up -d）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8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8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3b（可選）直接用 xAI Grok</a:t>
            </a:r>
            <a:endParaRPr/>
          </a:p>
        </p:txBody>
      </p:sp>
      <p:sp>
        <p:nvSpPr>
          <p:cNvPr id="286" name="Google Shape;286;p28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287" name="Google Shape;287;p28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16</a:t>
            </a:r>
            <a:endParaRPr/>
          </a:p>
        </p:txBody>
      </p:sp>
      <p:sp>
        <p:nvSpPr>
          <p:cNvPr id="288" name="Google Shape;288;p28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289" name="Google Shape;289;p28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290" name="Google Shape;290;p28"/>
          <p:cNvSpPr/>
          <p:nvPr/>
        </p:nvSpPr>
        <p:spPr>
          <a:xfrm>
            <a:off x="548640" y="1371600"/>
            <a:ext cx="11064240" cy="246888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selected_module: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LLM: GrokLLM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LLM: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GrokLLM: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type: openai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base_url: https://api.x.ai/v1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model_name: grok-4.20-0309-non-reasoning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    api_key: xai-你條key</a:t>
            </a:r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548640" y="4114800"/>
            <a:ext cx="10972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xAI 官方：API 同 OpenAI 相容，base URL 係 https://api.x.ai/v1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45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Model 名以 docs.x.ai/developers/models 為準</a:t>
            </a:r>
            <a:endParaRPr/>
          </a:p>
        </p:txBody>
      </p:sp>
      <p:sp>
        <p:nvSpPr>
          <p:cNvPr id="292" name="Google Shape;292;p28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非推理（non-reasoning）型號應該回應快啲，適合語音；實際快慢同香港可用性要自己試。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9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29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4　啟動伺服器</a:t>
            </a:r>
            <a:endParaRPr/>
          </a:p>
        </p:txBody>
      </p:sp>
      <p:sp>
        <p:nvSpPr>
          <p:cNvPr id="299" name="Google Shape;299;p29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300" name="Google Shape;300;p29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17</a:t>
            </a:r>
            <a:endParaRPr/>
          </a:p>
        </p:txBody>
      </p:sp>
      <p:sp>
        <p:nvSpPr>
          <p:cNvPr id="301" name="Google Shape;301;p29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302" name="Google Shape;302;p29"/>
          <p:cNvSpPr/>
          <p:nvPr/>
        </p:nvSpPr>
        <p:spPr>
          <a:xfrm>
            <a:off x="548640" y="1371600"/>
            <a:ext cx="11064240" cy="128016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cd xiaozhi-server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docker compose up -d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F5F5F5"/>
                </a:solidFill>
                <a:latin typeface="Consolas"/>
                <a:ea typeface="Consolas"/>
                <a:cs typeface="Consolas"/>
                <a:sym typeface="Consolas"/>
              </a:rPr>
              <a:t>docker logs -f xiaozhi-esp32-server</a:t>
            </a:r>
            <a:endParaRPr/>
          </a:p>
        </p:txBody>
      </p:sp>
      <p:sp>
        <p:nvSpPr>
          <p:cNvPr id="303" name="Google Shape;303;p29"/>
          <p:cNvSpPr txBox="1"/>
          <p:nvPr/>
        </p:nvSpPr>
        <p:spPr>
          <a:xfrm>
            <a:off x="548640" y="2926080"/>
            <a:ext cx="10972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搵你電腦內網 IP（例：192.168.1.25）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瀏覽器開：http://192.168.1.25:8003/xiaozhi/ota/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見到「OTA接口运行正常」= 伺服器 OK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記低呢個 OTA 網址，下一步要用</a:t>
            </a:r>
            <a:endParaRPr/>
          </a:p>
        </p:txBody>
      </p:sp>
      <p:sp>
        <p:nvSpPr>
          <p:cNvPr id="304" name="Google Shape;304;p29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Docker 版 log 顯示嘅 IP 未必啱，官方話要用你電腦真正嘅內網 IP。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0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5　燒韌體入 CoreS3</a:t>
            </a:r>
            <a:endParaRPr/>
          </a:p>
        </p:txBody>
      </p:sp>
      <p:sp>
        <p:nvSpPr>
          <p:cNvPr id="311" name="Google Shape;311;p30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312" name="Google Shape;312;p30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18</a:t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314" name="Google Shape;314;p30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315" name="Google Shape;315;p30"/>
          <p:cNvSpPr txBox="1"/>
          <p:nvPr/>
        </p:nvSpPr>
        <p:spPr>
          <a:xfrm>
            <a:off x="548640" y="1280160"/>
            <a:ext cx="111556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GitHub 78/xiaozhi-esp32 → Releases → 下載 v2.5.0_m5stack-core-s3.zip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45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解壓得到 merged-binary.bin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45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Chrome 開 Espressif 官方網頁工具 espressif.github.io/esptool-js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45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Connect → 位址填 0x0 → 揀 merged-binary.bin → Program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45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1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連唔到：長按 RST 約 3 秒，見綠燈 = 下載模式</a:t>
            </a:r>
            <a:endParaRPr/>
          </a:p>
        </p:txBody>
      </p:sp>
      <p:sp>
        <p:nvSpPr>
          <p:cNvPr id="316" name="Google Shape;316;p30"/>
          <p:cNvSpPr/>
          <p:nvPr/>
        </p:nvSpPr>
        <p:spPr>
          <a:xfrm>
            <a:off x="548640" y="4617720"/>
            <a:ext cx="11064240" cy="685800"/>
          </a:xfrm>
          <a:prstGeom prst="roundRect">
            <a:avLst>
              <a:gd fmla="val 5000" name="adj"/>
            </a:avLst>
          </a:prstGeom>
          <a:solidFill>
            <a:srgbClr val="1E1E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828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9AD17A"/>
                </a:solidFill>
                <a:latin typeface="Consolas"/>
                <a:ea typeface="Consolas"/>
                <a:cs typeface="Consolas"/>
                <a:sym typeface="Consolas"/>
              </a:rPr>
              <a:t># 或者用指令：esptool.py --chip esp32s3 write_flash 0x0 merged-binary.bin</a:t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548640" y="548640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網頁燒錄同 0x0 位址係通用做法；小智官方新手教學喺飛書，我哋開唔到。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1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6　設定 Wi-Fi ＋ 指去自己嘅伺服器</a:t>
            </a:r>
            <a:endParaRPr/>
          </a:p>
        </p:txBody>
      </p:sp>
      <p:sp>
        <p:nvSpPr>
          <p:cNvPr id="325" name="Google Shape;325;p31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326" name="Google Shape;326;p31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19</a:t>
            </a:r>
            <a:endParaRPr/>
          </a:p>
        </p:txBody>
      </p:sp>
      <p:sp>
        <p:nvSpPr>
          <p:cNvPr id="327" name="Google Shape;327;p31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328" name="Google Shape;328;p31"/>
          <p:cNvSpPr/>
          <p:nvPr/>
        </p:nvSpPr>
        <p:spPr>
          <a:xfrm>
            <a:off x="731520" y="1371600"/>
            <a:ext cx="594360" cy="594360"/>
          </a:xfrm>
          <a:prstGeom prst="ellipse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1</a:t>
            </a:r>
            <a:endParaRPr/>
          </a:p>
        </p:txBody>
      </p:sp>
      <p:sp>
        <p:nvSpPr>
          <p:cNvPr id="329" name="Google Shape;329;p31"/>
          <p:cNvSpPr txBox="1"/>
          <p:nvPr/>
        </p:nvSpPr>
        <p:spPr>
          <a:xfrm>
            <a:off x="1554480" y="137160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開機時輕按螢幕 → 入網絡設定模式</a:t>
            </a:r>
            <a:endParaRPr/>
          </a:p>
        </p:txBody>
      </p:sp>
      <p:sp>
        <p:nvSpPr>
          <p:cNvPr id="330" name="Google Shape;330;p31"/>
          <p:cNvSpPr/>
          <p:nvPr/>
        </p:nvSpPr>
        <p:spPr>
          <a:xfrm>
            <a:off x="731520" y="2148840"/>
            <a:ext cx="594360" cy="594360"/>
          </a:xfrm>
          <a:prstGeom prst="ellipse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</a:t>
            </a:r>
            <a:endParaRPr/>
          </a:p>
        </p:txBody>
      </p:sp>
      <p:sp>
        <p:nvSpPr>
          <p:cNvPr id="331" name="Google Shape;331;p31"/>
          <p:cNvSpPr txBox="1"/>
          <p:nvPr/>
        </p:nvSpPr>
        <p:spPr>
          <a:xfrm>
            <a:off x="1554480" y="214884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螢幕會顯示：手機連接 WiFi Xiaozhi-XXXX，瀏覽器訪問…</a:t>
            </a:r>
            <a:endParaRPr/>
          </a:p>
        </p:txBody>
      </p:sp>
      <p:sp>
        <p:nvSpPr>
          <p:cNvPr id="332" name="Google Shape;332;p31"/>
          <p:cNvSpPr/>
          <p:nvPr/>
        </p:nvSpPr>
        <p:spPr>
          <a:xfrm>
            <a:off x="731520" y="2926080"/>
            <a:ext cx="594360" cy="594360"/>
          </a:xfrm>
          <a:prstGeom prst="ellipse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3</a:t>
            </a:r>
            <a:endParaRPr/>
          </a:p>
        </p:txBody>
      </p:sp>
      <p:sp>
        <p:nvSpPr>
          <p:cNvPr id="333" name="Google Shape;333;p31"/>
          <p:cNvSpPr txBox="1"/>
          <p:nvPr/>
        </p:nvSpPr>
        <p:spPr>
          <a:xfrm>
            <a:off x="1554480" y="292608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手機連去個熱點，打開螢幕顯示嘅網址</a:t>
            </a:r>
            <a:endParaRPr/>
          </a:p>
        </p:txBody>
      </p:sp>
      <p:sp>
        <p:nvSpPr>
          <p:cNvPr id="334" name="Google Shape;334;p31"/>
          <p:cNvSpPr/>
          <p:nvPr/>
        </p:nvSpPr>
        <p:spPr>
          <a:xfrm>
            <a:off x="731520" y="3703320"/>
            <a:ext cx="594360" cy="594360"/>
          </a:xfrm>
          <a:prstGeom prst="ellipse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4</a:t>
            </a:r>
            <a:endParaRPr/>
          </a:p>
        </p:txBody>
      </p:sp>
      <p:sp>
        <p:nvSpPr>
          <p:cNvPr id="335" name="Google Shape;335;p31"/>
          <p:cNvSpPr txBox="1"/>
          <p:nvPr/>
        </p:nvSpPr>
        <p:spPr>
          <a:xfrm>
            <a:off x="1554480" y="370332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揀屋企 Wi-Fi，入密碼</a:t>
            </a:r>
            <a:endParaRPr/>
          </a:p>
        </p:txBody>
      </p:sp>
      <p:sp>
        <p:nvSpPr>
          <p:cNvPr id="336" name="Google Shape;336;p31"/>
          <p:cNvSpPr/>
          <p:nvPr/>
        </p:nvSpPr>
        <p:spPr>
          <a:xfrm>
            <a:off x="731520" y="4480560"/>
            <a:ext cx="594360" cy="594360"/>
          </a:xfrm>
          <a:prstGeom prst="ellipse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5</a:t>
            </a:r>
            <a:endParaRPr/>
          </a:p>
        </p:txBody>
      </p:sp>
      <p:sp>
        <p:nvSpPr>
          <p:cNvPr id="337" name="Google Shape;337;p31"/>
          <p:cNvSpPr txBox="1"/>
          <p:nvPr/>
        </p:nvSpPr>
        <p:spPr>
          <a:xfrm>
            <a:off x="1554480" y="4480560"/>
            <a:ext cx="102412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撳「高級選項」→ 填 OTA 網址 → 儲存 → 重新開機</a:t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>
            <a:off x="548640" y="544068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唔改 OTA 網址，韌體預設會駁去官方 xiaozhi.me 伺服器！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3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2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Step 7　第一次廣東話對話 🎉</a:t>
            </a:r>
            <a:endParaRPr/>
          </a:p>
        </p:txBody>
      </p:sp>
      <p:sp>
        <p:nvSpPr>
          <p:cNvPr id="345" name="Google Shape;345;p32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346" name="Google Shape;346;p32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20</a:t>
            </a:r>
            <a:endParaRPr/>
          </a:p>
        </p:txBody>
      </p:sp>
      <p:sp>
        <p:nvSpPr>
          <p:cNvPr id="347" name="Google Shape;347;p32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348" name="Google Shape;348;p32"/>
          <p:cNvSpPr txBox="1"/>
          <p:nvPr/>
        </p:nvSpPr>
        <p:spPr>
          <a:xfrm>
            <a:off x="548640" y="1371600"/>
            <a:ext cx="1115568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5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講「你好小智」或者輕按螢幕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5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試問：「用廣東話介紹下你自己」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5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再問：「點樣整一個紙飛機？」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125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5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同時睇電腦 log：見到聽寫文字 → AI 回覆 → TTS</a:t>
            </a:r>
            <a:endParaRPr/>
          </a:p>
        </p:txBody>
      </p:sp>
      <p:sp>
        <p:nvSpPr>
          <p:cNvPr id="349" name="Google Shape;349;p32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💡 聽寫出咗簡體字或錯字唔緊要，AI 一樣識答；可以喺 prompt 叫佢只用繁體回答。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3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3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進階：MCP 工具（叫佢做嘢）</a:t>
            </a:r>
            <a:endParaRPr/>
          </a:p>
        </p:txBody>
      </p:sp>
      <p:sp>
        <p:nvSpPr>
          <p:cNvPr id="357" name="Google Shape;357;p33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358" name="Google Shape;358;p33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21</a:t>
            </a:r>
            <a:endParaRPr/>
          </a:p>
        </p:txBody>
      </p:sp>
      <p:sp>
        <p:nvSpPr>
          <p:cNvPr id="359" name="Google Shape;359;p33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360" name="Google Shape;360;p33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361" name="Google Shape;361;p33"/>
          <p:cNvSpPr txBox="1"/>
          <p:nvPr/>
        </p:nvSpPr>
        <p:spPr>
          <a:xfrm>
            <a:off x="548640" y="1371600"/>
            <a:ext cx="1115568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裝置端 MCP：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調音量、LED、舵機、GPIO 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雲端／伺服器 MCP：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智能家居、搜尋、電郵等擴展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伺服器文件：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MCP 接入點、Home Assistant、天氣、新聞插件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9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2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要用 function_call，揀嘅 model 要支援 tools（OpenRouter 上 Grok 有標示支援）</a:t>
            </a:r>
            <a:endParaRPr/>
          </a:p>
        </p:txBody>
      </p:sp>
      <p:sp>
        <p:nvSpPr>
          <p:cNvPr id="362" name="Google Shape;362;p33"/>
          <p:cNvSpPr/>
          <p:nvPr/>
        </p:nvSpPr>
        <p:spPr>
          <a:xfrm>
            <a:off x="548640" y="512064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邊啲插件喺香港用得、要唔要額外 key，我哋未逐個試。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4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4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搞唔掂？常見問題</a:t>
            </a:r>
            <a:endParaRPr/>
          </a:p>
        </p:txBody>
      </p:sp>
      <p:sp>
        <p:nvSpPr>
          <p:cNvPr id="369" name="Google Shape;369;p34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370" name="Google Shape;370;p34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22</a:t>
            </a:r>
            <a:endParaRPr/>
          </a:p>
        </p:txBody>
      </p:sp>
      <p:sp>
        <p:nvSpPr>
          <p:cNvPr id="371" name="Google Shape;371;p34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graphicFrame>
        <p:nvGraphicFramePr>
          <p:cNvPr id="372" name="Google Shape;372;p34"/>
          <p:cNvGraphicFramePr/>
          <p:nvPr/>
        </p:nvGraphicFramePr>
        <p:xfrm>
          <a:off x="54864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{5503A9F7-0080-41A6-825C-D4E46F144C87}</a:tableStyleId>
              </a:tblPr>
              <a:tblGrid>
                <a:gridCol w="3474725"/>
                <a:gridCol w="7589525"/>
              </a:tblGrid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問題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試吓咁做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聽寫出晒韓文／日文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檢查 models/SenseVoiceSmall/model.pt 有冇放啱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部機駁唔到伺服器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同一個 Wi-Fi？OTA 網址啱？防火牆開 8000、8003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OTA 網頁話唔正常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檢查 server.websocket 有冇填內網 IP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AI 冇反應／403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用 curl 試 key；換 deepseek／qwen model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TTS 失敗／超時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睇官方 FAQ；EdgeTTS 靠網絡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我停一停佢就搶住答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調大 SileroVAD 嘅 min_silence_duration_ms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  <a:tr h="502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Mac 跑唔到 Docker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7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Apple 晶片要 build arm64 image 或者源碼跑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3" name="Google Shape;373;p34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1F6FB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官方 FAQ：xiaozhi-esp32-server/docs/FAQ.md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5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5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API Key 安全（老師必睇）</a:t>
            </a:r>
            <a:endParaRPr/>
          </a:p>
        </p:txBody>
      </p:sp>
      <p:sp>
        <p:nvSpPr>
          <p:cNvPr id="381" name="Google Shape;381;p35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382" name="Google Shape;382;p35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23</a:t>
            </a:r>
            <a:endParaRPr/>
          </a:p>
        </p:txBody>
      </p:sp>
      <p:sp>
        <p:nvSpPr>
          <p:cNvPr id="383" name="Google Shape;383;p35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7A4CC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🧩 社群方案</a:t>
            </a:r>
            <a:endParaRPr/>
          </a:p>
        </p:txBody>
      </p:sp>
      <p:sp>
        <p:nvSpPr>
          <p:cNvPr id="384" name="Google Shape;384;p35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385" name="Google Shape;385;p35"/>
          <p:cNvSpPr txBox="1"/>
          <p:nvPr/>
        </p:nvSpPr>
        <p:spPr>
          <a:xfrm>
            <a:off x="548640" y="1371600"/>
            <a:ext cx="1115568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Key 只放喺伺服器 .config.yaml，學生部板只知 OTA 網址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唔好將 .config.yaml 上載 GitHub／分享畀學生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每條 key 設用量上限；一外洩即刻刪除再整過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伺服器可開 server.auth（裝置白名單），淨係俾自己部板用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1035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3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一班學生：一部老師電腦做伺服器就夠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6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6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私隱：啲資料去咗邊？</a:t>
            </a:r>
            <a:endParaRPr/>
          </a:p>
        </p:txBody>
      </p:sp>
      <p:sp>
        <p:nvSpPr>
          <p:cNvPr id="392" name="Google Shape;392;p36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393" name="Google Shape;393;p36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24</a:t>
            </a:r>
            <a:endParaRPr/>
          </a:p>
        </p:txBody>
      </p:sp>
      <p:sp>
        <p:nvSpPr>
          <p:cNvPr id="394" name="Google Shape;394;p36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⚠️ 未能核實</a:t>
            </a:r>
            <a:endParaRPr/>
          </a:p>
        </p:txBody>
      </p:sp>
      <p:sp>
        <p:nvSpPr>
          <p:cNvPr id="395" name="Google Shape;395;p36"/>
          <p:cNvSpPr/>
          <p:nvPr/>
        </p:nvSpPr>
        <p:spPr>
          <a:xfrm>
            <a:off x="6339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graphicFrame>
        <p:nvGraphicFramePr>
          <p:cNvPr id="396" name="Google Shape;396;p36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{5503A9F7-0080-41A6-825C-D4E46F144C87}</a:tableStyleId>
              </a:tblPr>
              <a:tblGrid>
                <a:gridCol w="3200400"/>
                <a:gridCol w="786385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資料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去邊度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E85D2A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你把聲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你自己部電腦（SenseVoice 本地離線聽寫）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聽寫出嚟嘅文字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OpenRouter → 你揀嘅 AI 公司（例：xAI）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0E0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AI 回覆文字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900">
                          <a:solidFill>
                            <a:srgbClr val="22222B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Microsoft Edge 朗讀服務（EdgeTTS）轉做聲</a:t>
                      </a:r>
                      <a:endParaRPr/>
                    </a:p>
                  </a:txBody>
                  <a:tcPr marT="45725" marB="45725" marR="73150" marL="731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97" name="Google Shape;397;p36"/>
          <p:cNvSpPr txBox="1"/>
          <p:nvPr/>
        </p:nvSpPr>
        <p:spPr>
          <a:xfrm>
            <a:off x="548640" y="4114800"/>
            <a:ext cx="1115568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提醒小朋友：唔好講真名、地址、電話、密碼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0" i="0" lang="en-US" sz="20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EdgeTTS 係經 edge-tts 呢類非正式接口用微軟服務，條款同穩定性未核實 ⚠️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BF2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7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7"/>
          <p:cNvSpPr txBox="1"/>
          <p:nvPr/>
        </p:nvSpPr>
        <p:spPr>
          <a:xfrm>
            <a:off x="548640" y="274320"/>
            <a:ext cx="11247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連結 ＆ 鳴謝</a:t>
            </a:r>
            <a:endParaRPr/>
          </a:p>
        </p:txBody>
      </p:sp>
      <p:sp>
        <p:nvSpPr>
          <p:cNvPr id="404" name="Google Shape;404;p37"/>
          <p:cNvSpPr txBox="1"/>
          <p:nvPr/>
        </p:nvSpPr>
        <p:spPr>
          <a:xfrm>
            <a:off x="365760" y="635508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學造工作室 · Maker 補完計劃 ｜ ESP32 廣東話 AI 語音助手（唔使 Muse）</a:t>
            </a:r>
            <a:endParaRPr/>
          </a:p>
        </p:txBody>
      </p:sp>
      <p:sp>
        <p:nvSpPr>
          <p:cNvPr id="405" name="Google Shape;405;p37"/>
          <p:cNvSpPr txBox="1"/>
          <p:nvPr/>
        </p:nvSpPr>
        <p:spPr>
          <a:xfrm>
            <a:off x="10911535" y="6355080"/>
            <a:ext cx="914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6B6B7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25</a:t>
            </a:r>
            <a:endParaRPr/>
          </a:p>
        </p:txBody>
      </p:sp>
      <p:sp>
        <p:nvSpPr>
          <p:cNvPr id="406" name="Google Shape;406;p37"/>
          <p:cNvSpPr/>
          <p:nvPr/>
        </p:nvSpPr>
        <p:spPr>
          <a:xfrm>
            <a:off x="8625535" y="629107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2E8B5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✅ 官方文件</a:t>
            </a:r>
            <a:endParaRPr/>
          </a:p>
        </p:txBody>
      </p:sp>
      <p:sp>
        <p:nvSpPr>
          <p:cNvPr id="407" name="Google Shape;407;p37"/>
          <p:cNvSpPr txBox="1"/>
          <p:nvPr/>
        </p:nvSpPr>
        <p:spPr>
          <a:xfrm>
            <a:off x="548640" y="1188720"/>
            <a:ext cx="1115568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小智韌體：</a:t>
            </a:r>
            <a:r>
              <a:rPr b="0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github.com/78/xiaozhi-esp32（MIT）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小智伺服器：</a:t>
            </a:r>
            <a:r>
              <a:rPr b="0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github.com/xinnan-tech/xiaozhi-esp32-server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SenseVoice：</a:t>
            </a:r>
            <a:r>
              <a:rPr b="0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github.com/FunAudioLLM/SenseVoice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OpenRouter：</a:t>
            </a:r>
            <a:r>
              <a:rPr b="0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openrouter.ai/docs/quickstart ｜ /models ｜ /pricing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xAI：</a:t>
            </a:r>
            <a:r>
              <a:rPr b="0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docs.x.ai/developers/models ｜ console.x.ai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網頁燒錄：</a:t>
            </a:r>
            <a:r>
              <a:rPr b="0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espressif.github.io/esptool-js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AI_StackChan2：</a:t>
            </a:r>
            <a:r>
              <a:rPr b="0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github.com/robo8080/AI_StackChan2</a:t>
            </a:r>
            <a:endParaRPr/>
          </a:p>
          <a:p>
            <a:pPr indent="0" lvl="0" marL="0" marR="0" rtl="0" algn="l">
              <a:lnSpc>
                <a:spcPct val="115000"/>
              </a:lnSpc>
              <a:spcBef>
                <a:spcPts val="81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E85D2A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• </a:t>
            </a:r>
            <a:r>
              <a:rPr b="1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上一份 Muse 簡報：</a:t>
            </a:r>
            <a:r>
              <a:rPr b="0" i="0" lang="en-US" sz="1800" u="none" cap="none" strike="noStrike">
                <a:solidFill>
                  <a:srgbClr val="22222B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docs.google.com/presentation/d/1My5i5JZMvMSKaUyRAq-cmJkXwtLNNZpN</a:t>
            </a:r>
            <a:endParaRPr/>
          </a:p>
        </p:txBody>
      </p:sp>
      <p:sp>
        <p:nvSpPr>
          <p:cNvPr id="408" name="Google Shape;408;p37"/>
          <p:cNvSpPr/>
          <p:nvPr/>
        </p:nvSpPr>
        <p:spPr>
          <a:xfrm>
            <a:off x="548640" y="5532120"/>
            <a:ext cx="11064240" cy="685800"/>
          </a:xfrm>
          <a:prstGeom prst="roundRect">
            <a:avLst>
              <a:gd fmla="val 16667" name="adj"/>
            </a:avLst>
          </a:prstGeom>
          <a:solidFill>
            <a:srgbClr val="E85D2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鳴謝：虾哥（78）、xinnan-tech、FunAudioLLM、robo8080 等開源作者。本簡報由學造工作室整理。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