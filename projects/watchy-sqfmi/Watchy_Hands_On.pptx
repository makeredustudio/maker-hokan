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開場講清楚：今日係動手，唔係聽規格。呢堂係 LCD 工作坊嘅電子紙姊妹堂，產品係 Watchy。Larry 喺 Tokyo Maker Faire 買返呢隻，帶返學造工作室。每人要組裝、第一次開機、燒官方韌體，再用 vibe coding 畫自己個錶面。之後問 AI 之前，一定要先貼硬件卡，叫佢唔好改 pin。來源：https://watchy.sqfmi.com/docs/getting-started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用呢張講今日四個 mission，唔好加時間承諾。課後先先係電量、圖標、天氣，今日唔逼。Mission 4 先叫 AI。之前三關係為咗證明錶係生嘅、官方範例燒得入、Wi-Fi 對得時。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對住實物講，唔好加規格。螢幕 200×200 黑白，日光可讀，接近 180 度視角，超低功耗。而家 kit 文件寫 ESP32-S3。Hardware 頁 revision 3.0 係 2024 年 6 月：SoC ESP32-S3FN8，RTC 係外置 32 kHz 晶振，USB-Serial 係內置 CDC/JTAG，bootload 同 reset 用按鈕，舊版用 DTR/RTS。尺寸 46.0 × 35.5 × 9.5 mm，13 g。程式庫亦支援 V1、V1.5、V2。呢堂跟 getting-started，即 S3、按鈕 bootloader。如果學員塊板係舊版，叫佢停低，先對 revision 先好燒。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組裝之前逐條讀。呢啲係官方警告。零件夾實，取出要小心。螢幕係玻璃，一屈就裂。裝同拆電池要小心，唔好整爛 PCB 零件。鎖殼之前先試 PCB。唔好貼附帶膠紙。殼會固定螢幕。只有唔用外殼先考慮貼，而且要核對齊三次。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接螢幕先講次序，唔好代學員插。排線穿過 PCB 條槽。金色針腳要向上。插入前黑扣輕輕拉出少少，插入後推返去鎖。對齊：螢幕唔好伸出 PCB 錶帶孔上邊或者下邊。螢幕係玻璃，唔好屈。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接電池，再插 USB 開始充電。收殼前先將電池線收好。殼要貼底、對齊先扣上面。唔好硬撬，會整爛螢幕同掣。鋁殼螺絲唔好擰太實，螢幕會裂，慢慢校。鋁殼組裝影片：https://www.youtube.com/watch?v=rbVr9eVb72M收唔到殼：官方 FAQ 有逐步指南，跟 getting-started 頁，唔好另寫 FAQ 網址。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只講官方名，唔好畫左邊右邊。SW1 係選單 / 確認。SW3 同 SW4 係上下導航。SW2 係離開 / 取消。官方文字叫最上面兩粒做 Back 同 Up。入 bootloader 同重開都係用呢兩粒。唔好估邊粒係左、邊粒係右。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出廠已經有韌體，基本功能會出嚟。USB 加電池之後：SW1 入選單，SW3 / SW4 移動，SW2 退出。等 1 分鐘，睇個鐘有冇走。如果畫面一直唔刷新，唔好連撳掣。再檢查 FPC 鎖實、金腳向上，然後 USB 係咪數據線。電子紙刷新慢，玻璃樣空白幾秒係正常。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下載並安裝最新 Arduino IDE。File &gt; Preferences，喺 Additional Board Manager URLs 加呢條，一字不改：https://raw.githubusercontent.com/espressif/arduino-esp32/gh-pages/package_esp32_index.json加完先去下一張裝板。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Tools &gt; Board &gt; Boards Manager。安裝最新 esp32，作者一定係 Espressif Systems。唔好裝錯 Arduino ESP32 Boards。裝錯嘅話，後面 ESP32S3 Dev Module 同 8MB 設定會對唔上。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Sketch &gt; Include Library &gt; Manage Libraries。搜 Watchy，裝最新。依賴都要裝好：GxEPD2、WiFiManager、rtc_pcf8563 等。公開 config.h 寫住 WATCHY_LIB_VER 1.4.14，截至呢堂。如果 Library Manager 有更新，裝更新嗰個。板設定仍然跟後面上載嗰張，唔好自己改。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上載之前必做。插 USB。按住最上面兩粒 Back 同 Up 超過 4 秒。先放 Back，再放 Up。應該見到 ESP32S3 串口，個名似 COM 或者 cu.*。重開嘅放手次序相反：重開係先放 Up。唔好撈亂。下一張先講重開。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上載完成之後先做呢個，唔好同上載前嘅 bootloader 撈亂。同樣按住最上面兩粒 Back 同 Up 超過 4 秒。先放 Up，再放 Back。等幾秒，等開機同螢幕刷新。電子紙慢，空白幾秒先畫到面，係正常。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必須照做，其他維持預設。揀 Watchy 嘅串口。冇串口：再入 bootloader（先放 Back），用數據線唔好用純充電線，換一個 USB 口。Tools &gt; Board &gt; ESP32 Arduino &gt; ESP32S3 Dev Module。Tools &gt; Flash Size &gt; 8MB (64Mb)。Tools &gt; Partition Scheme &gt; 8M with spiffs...其他全部預設。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File &gt; Examples &gt; Watchy。課堂預設係 7 segment / 7_SEG 錶面示例。如果選單名唔同，用程式庫自帶嘅錶面示例，唔好自己搵第二個專案。撳 Upload。完成之後用重開：先放 Up，等畫面。搞掂係：搵到串口、上載冇錯誤、重開後幾秒內電子紙畫出錶面。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喺手錶主選單揀 Setup Wifi。電話或電腦加入名叫 Watchy Ap 嘅網絡。開 http://192.168.4.1。iPhone 會自己開呢頁。撳 Configure WiFi。輸入 SSID 同密碼。SSID 可以由畫面頂部網絡列表預填。撳 Save，等到完。停留喺頁面，唔好走。成功：手錶顯示 local IP 同 SSID。失敗字串一字不改：Setup failed &amp; timed out!程式庫 captive portal 逾時係 WIFI_AP_TIMEOUT 60 秒。SSID 係 Watchy Ap。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卡住先去 http://192.168.4.1 開 Info。睇路由器係咪允許列出嚟嘅 MAC。仍然卡住：Info 頁 &gt; Erase Wifi Config，等 Watchy 自己重啟，再做 Setup Wifi。Wi-Fi 通咗之後，如果而家燒咗嘅 firmware 選單有 Sync NTP 或 set time，先用。香港 GMT 偏移係 +8。選單冇就唔好自己估個名。程式庫方法係 setupWifi() 同 syncNTP()。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官方改錶面嘅方法係 override drawWatchFace()。將 7_SEG 示例附帶嘅 settings.h 複製到自己個 sketch folder。最少範式就係呢段：繼承 Watchy，只改 drawWatchFace()。currentTime 有 Hour 同 Minute。畫面 200×200。後畫嘅會蓋住先畫嘅。setCursor(x, y) 係文字左下角。小時同分鐘小於 10 要補 0，官方示例係咁做。loop() 唔會行。Watchy 喺 init() 之後 deep-sleep。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叫學員開新對話，將呢張卡整段貼上去，叫 AI 唔好改 pin。之後每句都講「用上面硬件卡」。卡入面嘅 pin 嚟自程式庫 config.h，ARDUINO_ESP32S3_DEV。Arduino 板係 ESP32S3 Dev Module，Flash Size 8MB (64Mb)，Partition 8M with spiffs。入 bootloader：按住 Back+Up 超過 4 秒，先放 Back。重開：同樣按住，先放 Up。loop() 必須留空。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打開官方錶面示例，Save As 一個新 sketch。settings.h 要同 .ino 並排，唔好漏。先貼硬件卡，再貼呢句 prompt。貼之前可以將「我的名字」改成自己個名。然後按 bootloader 步驟上載（先放 Back），上載完成後重開（先放 Up）。prompt 原文：用上面硬件卡。在 drawWatchFace() 畫一個名牌錶面：上半寫我的名字，下半寫小時同分鐘，小於 10 要補 0。黑白。200×200。唔好改 pin，唔好改 loop()。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電子紙規矩，一張卡講完。只得黑白，200×200。全刷比 LCD 慢，唔好喺 loop 狂叫 display.display。程式庫畫完錶面就 deep-sleep。醒係掣或者計時，唔係轉緊嘅 loop。圖：先轉 1-bit，再用 image2cpp，輸出 Arduino code，#include 個 .h，display.drawBitmap(x, y, array, w, h, color)。字型：truetype2gfx，然後 display.setFont(&amp;FontName)，記得個 &amp;。官方 create-watchface 頁提到 Watchy Watchface Designer（拖放，匯出 Arduino 專案）同 WatchySim（冇錶都可以試）。唔好自己作佢哋嘅網址。頁：https://watchy.sqfmi.com/docs/create-watchface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巡場用呢張。冇串口：數據線、換 USB 口、再入 bootloader（先放 Back）。上載失敗或者板錯：ESP32S3 Dev Module、8MB、8M with spiffs，而且裝咗 Espressif 嘅 esp32，唔係 Arduino ESP32 Boards。畫面空白或者條紋：重新坐低 FPC，金腳向上，黑扣鎖實，唔好屈玻璃。等 1 分鐘時間仍然錯：所以先有 Wi-Fi 同 NTP。firmware 選單有設時間先用，冇就唔好估名。Wi-Fi 逾時字串：Setup failed &amp; timed out! 然後 Erase Wifi Config。殼收唔埋：停，唔好硬撬，再收電池線，檢查螢幕有冇伸出錶帶孔。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收工：叫每人畀隔離位睇吓自己個錶面。如果有 GitHub，官方 gallery 要一張 200×200 黑白 bmp 或 gif，加埋 source。流程只講到：screenshot、GitHub repo、加一條 entry。唔好自己作 PR 細節。頁：https://watchy.sqfmi.com/docs/create-watchface屋企先玩：getBatteryVoltage() 睇電量、image2cpp 做圖標、天氣要 Wi-Fi 通咗先。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22222"/>
                </a:solidFill>
                <a:latin typeface="Noto Sans CJK HK"/>
                <a:ea typeface="Noto Sans CJK HK"/>
                <a:cs typeface="Noto Sans CJK HK"/>
              </a:rPr>
              <a:t>收工留呢張。所有網址都係官方或者今日講過嘅影片，唔好自己加。Getting started、Hardware、Create a watch face、程式庫、watch faces gallery、鋁殼影片。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SQFMI Watchy  ·  Tokyo Maker Faire → 學造工作室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097280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Watchy 親手玩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80360"/>
            <a:ext cx="1097280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開源電子紙手錶，從組裝到自己畫錶面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03320"/>
            <a:ext cx="1051560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組裝、第一次開機、燒官方韌體，再用 vibe coding 畫一個名牌錶面。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709160"/>
            <a:ext cx="2651760" cy="530352"/>
          </a:xfrm>
          <a:prstGeom prst="roundRect">
            <a:avLst>
              <a:gd name="adj" fmla="val 2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709160"/>
            <a:ext cx="2651760" cy="53035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1  組裝開機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4709160"/>
            <a:ext cx="2651760" cy="530352"/>
          </a:xfrm>
          <a:prstGeom prst="roundRect">
            <a:avLst>
              <a:gd name="adj" fmla="val 2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4709160"/>
            <a:ext cx="2651760" cy="53035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2  燒官方範例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09160"/>
            <a:ext cx="2651760" cy="530352"/>
          </a:xfrm>
          <a:prstGeom prst="roundRect">
            <a:avLst>
              <a:gd name="adj" fmla="val 2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709160"/>
            <a:ext cx="2651760" cy="53035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3  設 Wi-Fi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4709160"/>
            <a:ext cx="2651760" cy="530352"/>
          </a:xfrm>
          <a:prstGeom prst="roundRect">
            <a:avLst>
              <a:gd name="adj" fmla="val 2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4709160"/>
            <a:ext cx="2651760" cy="53035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4  畫名牌錶面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532120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https://watchy.sqfmi.com/docs/getting-started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  / 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今日會做成乜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四個 mission，做完先算玩過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15568"/>
            <a:ext cx="5715000" cy="20116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1115568"/>
            <a:ext cx="73152" cy="2011680"/>
          </a:xfrm>
          <a:prstGeom prst="rect">
            <a:avLst/>
          </a:prstGeom>
          <a:solidFill>
            <a:srgbClr val="3E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1316736"/>
            <a:ext cx="443484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組裝同第一次開機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212080" cy="1143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接螢幕、裝電池。
用掣試出廠畫面。
鐘要自己走。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115568"/>
            <a:ext cx="5715000" cy="20116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115568"/>
            <a:ext cx="73152" cy="2011680"/>
          </a:xfrm>
          <a:prstGeom prst="rect">
            <a:avLst/>
          </a:prstGeom>
          <a:solidFill>
            <a:srgbClr val="3E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280160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1316736"/>
            <a:ext cx="443484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Arduino 同上載官方範例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28800"/>
            <a:ext cx="5212080" cy="1143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裝板、裝 Watchy 庫。
入 bootloader。
燒程式庫自帶嘅錶面示例。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3264408"/>
            <a:ext cx="5715000" cy="20116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3264408"/>
            <a:ext cx="73152" cy="2011680"/>
          </a:xfrm>
          <a:prstGeom prst="rect">
            <a:avLst/>
          </a:prstGeom>
          <a:solidFill>
            <a:srgbClr val="3E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29000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8" y="3465576"/>
            <a:ext cx="443484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設 Wi-Fi，對時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77640"/>
            <a:ext cx="5212080" cy="1143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加入名叫 Watchy Ap 嘅網絡。
開 http://192.168.4.1。
香港 GMT 偏移係 +8。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3264408"/>
            <a:ext cx="5715000" cy="20116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3264408"/>
            <a:ext cx="73152" cy="2011680"/>
          </a:xfrm>
          <a:prstGeom prst="rect">
            <a:avLst/>
          </a:prstGeom>
          <a:solidFill>
            <a:srgbClr val="3E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429000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3465576"/>
            <a:ext cx="443484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用 vibe coding 畫名牌錶面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977640"/>
            <a:ext cx="5212080" cy="1143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貼硬件卡。
只改 drawWatchFace()。
上半名字，下半時間。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5468112"/>
            <a:ext cx="11430000" cy="1024128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" y="5559552"/>
            <a:ext cx="110642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課後先玩，今日唔逼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" y="5852160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加電量、圖標、天氣。天氣要 Wi-Fi 通咗先至好試。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  / 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硬件是乜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開源電子紙手錶，跟 getting-started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15568"/>
            <a:ext cx="3749039" cy="1874519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338328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係咩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36192"/>
            <a:ext cx="3383280" cy="13258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SQFMI
開源電子紙手錶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15568"/>
            <a:ext cx="3749039" cy="1874519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225296"/>
            <a:ext cx="338328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螢幕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536192"/>
            <a:ext cx="3383280" cy="13258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200×200，黑白
日光可讀
接近 180° 視角
超低功耗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11312" y="1115568"/>
            <a:ext cx="3749039" cy="1874519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225296"/>
            <a:ext cx="338328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尺寸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536192"/>
            <a:ext cx="3383280" cy="13258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46.0 × 35.5 × 9.5 mm
13 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127248"/>
            <a:ext cx="11430000" cy="2084831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3236976"/>
            <a:ext cx="110642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而家呢套 kit  ·  Hardware 頁 revision 3.0（2024 年 6 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547872"/>
            <a:ext cx="11109960" cy="155448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文件寫 ESP32-S3。SoC 係 ESP32-S3FN8。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RTC 係外置 32 kHz 晶振。USB-Serial 係內置 CDC/JTAG。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bootload / reset 用按鈕做。舊版用 DTR/RTS。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5340096"/>
            <a:ext cx="11430000" cy="1170432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5449824"/>
            <a:ext cx="11064240" cy="93268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程式庫亦支援舊 V1 / V1.5 / V2。呢堂跟 getting-started，即 S3、按鈕 bootloader。
如果你塊板係舊版，停低，先對 revision 先好燒。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3  / 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開始前先睇呢幾條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官方警告，做齊先動手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969264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97280"/>
            <a:ext cx="640080" cy="96926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097280"/>
            <a:ext cx="10241280" cy="96926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先睇說明，檢查有冇欠件或者爛件。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157984"/>
            <a:ext cx="11430000" cy="969264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157984"/>
            <a:ext cx="640080" cy="96926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57984"/>
            <a:ext cx="10241280" cy="96926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零件夾得好實，小心取出。螢幕係玻璃，一屈就裂。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3218687"/>
            <a:ext cx="11430000" cy="969264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218687"/>
            <a:ext cx="640080" cy="96926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18687"/>
            <a:ext cx="10241280" cy="96926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裝同拆電池要小心，唔好整爛 PCB 上嘅零件。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79392"/>
            <a:ext cx="11430000" cy="969264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279392"/>
            <a:ext cx="640080" cy="96926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79392"/>
            <a:ext cx="10241280" cy="96926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鎖殼之前，先試 PCB。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5340096"/>
            <a:ext cx="11430000" cy="969264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340096"/>
            <a:ext cx="640080" cy="96926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340096"/>
            <a:ext cx="10241280" cy="96926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唔好貼附帶膠紙。殼會固定螢幕。只有唔用外殼先考慮貼，而且要核對齊三次。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4  / 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組裝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接螢幕：金腳向上，黑扣鎖實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768096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0352" y="124358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43584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097280"/>
            <a:ext cx="10424160" cy="768096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排線穿過 PCB 條槽。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938528"/>
            <a:ext cx="11430000" cy="768096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" y="208483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084832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38528"/>
            <a:ext cx="10424160" cy="768096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排線上面啲金色針腳，要向上。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2779776"/>
            <a:ext cx="11430000" cy="768096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0352" y="2926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92608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779776"/>
            <a:ext cx="10424160" cy="768096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插入前，將黑扣輕輕拉出少少。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621024"/>
            <a:ext cx="11430000" cy="768096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0352" y="376732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767328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621024"/>
            <a:ext cx="10424160" cy="768096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插入排線，再將黑扣推返入去鎖實。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462272"/>
            <a:ext cx="11430000" cy="768096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460857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608576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462272"/>
            <a:ext cx="10424160" cy="768096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對齊：螢幕唔好伸出 PCB 錶帶孔嘅上邊或者下邊。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5  / 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組裝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電池同 USB，殼唔好硬撬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658368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0352" y="122529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25296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078992"/>
            <a:ext cx="10424160" cy="6583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接上電池。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792224"/>
            <a:ext cx="11430000" cy="658368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" y="193852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38528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792224"/>
            <a:ext cx="10424160" cy="6583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插 USB，開始充電。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2505456"/>
            <a:ext cx="11430000" cy="658368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0352" y="26517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65176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505456"/>
            <a:ext cx="10424160" cy="6583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收殼之前，先將電池線收埋。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273552"/>
            <a:ext cx="11430000" cy="1572768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336499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收殼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3675887"/>
            <a:ext cx="1106424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所有嘢都要貼底、對齊，先扣上面。
唔好硬撬殼——會整爛螢幕同掣。
鋁殼：螺絲唔好擰太實，螢幕會裂。慢慢校。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974336"/>
            <a:ext cx="5623560" cy="1536192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065776"/>
            <a:ext cx="53035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鋁殼組裝影片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76672"/>
            <a:ext cx="5303520" cy="9601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CNC aluminum case
https://www.youtube.com/watch?v=rbVr9eVb72M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974336"/>
            <a:ext cx="5641848" cy="1536192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5065776"/>
            <a:ext cx="530352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收唔到殼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376672"/>
            <a:ext cx="5303520" cy="9601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官方 FAQ 有逐步指南。跟 getting-started 頁，唔好自己搵第二條網址。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6  / 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四粒制點用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只記官方名，唔畫邊左右邊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15568"/>
            <a:ext cx="11430000" cy="1115568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115568"/>
            <a:ext cx="3108960" cy="11155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SW1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280160"/>
            <a:ext cx="768096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選單 / 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719072"/>
            <a:ext cx="768096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menu / confirm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2350008"/>
            <a:ext cx="11430000" cy="1115568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2350008"/>
            <a:ext cx="3108960" cy="11155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SW3  同  SW4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514600"/>
            <a:ext cx="768096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上下導航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953512"/>
            <a:ext cx="768096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navigate up / 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584448"/>
            <a:ext cx="11430000" cy="1115568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3584448"/>
            <a:ext cx="3108960" cy="11155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SW2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749040"/>
            <a:ext cx="768096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離開 / 取消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187952"/>
            <a:ext cx="768096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exit / cancel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4864608"/>
            <a:ext cx="11430000" cy="1627632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4992624"/>
            <a:ext cx="1106424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最上面兩粒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5340096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官方文字叫最上面兩粒做 Back 同 Up。
入 bootloader 同重開都係用呢兩粒。呢堂唔畫邊粒左、邊粒右。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7  / 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第一次開機驗證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出廠韌體已經喺度，等個鐘走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15568"/>
            <a:ext cx="11430000" cy="987552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0352" y="126187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61872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188720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出廠已經有韌體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499616"/>
            <a:ext cx="10424160" cy="53035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基本功能會出嚟，唔使先燒先有畫面。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2194560"/>
            <a:ext cx="11430000" cy="987552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0352" y="234086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340864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267712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USB + 電池之後試掣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578608"/>
            <a:ext cx="10424160" cy="53035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SW1 入選單。SW3 / SW4 移動。SW2 退出。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3273552"/>
            <a:ext cx="11430000" cy="987552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" y="341985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419856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346704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等 1 分鐘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657600"/>
            <a:ext cx="10424160" cy="53035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睇個鐘有冇自己更新。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407408"/>
            <a:ext cx="11430000" cy="2084831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4535424"/>
            <a:ext cx="110642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畫面一直唔刷新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4882896"/>
            <a:ext cx="11064240" cy="1417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唔好連撳掣。
再檢查：FPC 鎖實、金色針腳向上，然後 USB 係咪數據線。
電子紙刷新慢。玻璃樣空白幾秒，係正常。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8  / 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Arduino 安裝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先裝 IDE，再加板子網址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15568"/>
            <a:ext cx="11430000" cy="713232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0352" y="126187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61872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115568"/>
            <a:ext cx="10424160" cy="7132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下載並安裝最新 Arduino IDE。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938528"/>
            <a:ext cx="11430000" cy="713232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" y="208483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084832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38528"/>
            <a:ext cx="10424160" cy="7132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File  &gt;  Preferences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2761488"/>
            <a:ext cx="11430000" cy="713232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0352" y="290779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907792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761488"/>
            <a:ext cx="10424160" cy="7132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Additional Board Manager URLs，加埋下面呢條，一字不改。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703320"/>
            <a:ext cx="11430000" cy="141732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3822191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複製呢條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4160520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Consolas"/>
                <a:ea typeface="Consolas"/>
                <a:cs typeface="Consolas"/>
              </a:rPr>
              <a:t>https://raw.githubusercontent.com/espressif/arduino-esp32/gh-pages/package_esp32_index.json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5285232"/>
            <a:ext cx="11430000" cy="1207008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5285232"/>
            <a:ext cx="11064240" cy="12070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加完呢條先算裝得板。下一張先喺 Boards Manager 裝 esp32。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9  / 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裝板子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裝 esp32，作者要係 Espressif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70432"/>
            <a:ext cx="11430000" cy="841248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0352" y="131673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316736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170432"/>
            <a:ext cx="10424160" cy="84124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Tools  &gt;  Board  &gt;  Boards Manager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2121408"/>
            <a:ext cx="11430000" cy="841248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" y="226771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267712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121408"/>
            <a:ext cx="10424160" cy="84124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搜 esp32，安裝最新。作者係 Espressif Systems。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200400"/>
            <a:ext cx="11430000" cy="21945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3364992"/>
            <a:ext cx="1106424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唔好裝錯呢個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3794760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Arduino ESP32 Boards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4526280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個名似，但唔係。要裝 Espressif Systems 嗰個 esp32。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5559552"/>
            <a:ext cx="11430000" cy="932688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5559552"/>
            <a:ext cx="11064240" cy="93268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搞掂：Boards Manager 見到 esp32，作者係 Espressif Systems。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10  / 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裝 Watchy 程式庫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裝 Watchy，連依賴一齊裝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15568"/>
            <a:ext cx="11430000" cy="768096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0352" y="126187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61872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115568"/>
            <a:ext cx="10424160" cy="768096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Sketch  &gt;  Include Library  &gt;  Manage Libraries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975104"/>
            <a:ext cx="11430000" cy="768096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" y="212140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121408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75104"/>
            <a:ext cx="10424160" cy="768096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搜 Watchy，安裝最新。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2834640"/>
            <a:ext cx="11430000" cy="768096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0352" y="298094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980944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834640"/>
            <a:ext cx="10424160" cy="768096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依賴都要裝好：GxEPD2、WiFiManager、rtc_pcf8563 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794760"/>
            <a:ext cx="11430000" cy="1691640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3931920"/>
            <a:ext cx="110642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版本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4279392"/>
            <a:ext cx="11064240" cy="10058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公開 config.h 寫住 WATCHY_LIB_VER 1.4.14，截至呢堂。
如果 Library Manager 有更新，裝更新嗰個。板設定仍然跟後面嗰張。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5632704"/>
            <a:ext cx="11430000" cy="877824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5632704"/>
            <a:ext cx="11064240" cy="87782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搞掂：Library Manager 入面 Watchy 已安裝，依賴冇缺。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11  / 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入 bootloader  ·  上載前必做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先放 Back，再放 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0352" y="124358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43584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097280"/>
            <a:ext cx="1042416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插 USB。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901952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" y="204825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048256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01952"/>
            <a:ext cx="1042416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按住最上面兩粒（Back 同 Up），超過 4 秒。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2706624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0352" y="285292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852928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706624"/>
            <a:ext cx="1042416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先放 Back，再放 Up。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511296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0352" y="36576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65760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511296"/>
            <a:ext cx="1042416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應該見到 ESP32S3 串口，個名似 COM 或者 cu.*。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389120"/>
            <a:ext cx="6903720" cy="2084831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535424"/>
            <a:ext cx="653796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入 bootloader 嘅次序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892040"/>
            <a:ext cx="6537960" cy="13258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先放 Back
然後放 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4389120"/>
            <a:ext cx="4361688" cy="2084831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4535424"/>
            <a:ext cx="402336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唔好撈亂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4937760"/>
            <a:ext cx="4023360" cy="12801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重開係先放 Up。
次序相反。
睇下一張。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12  / 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點樣重開  ·  上載完成之後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先放 Up，再放 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0352" y="124358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43584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097280"/>
            <a:ext cx="1042416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按住最上面兩粒（Back 同 Up），超過 4 秒。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901952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" y="204825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048256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01952"/>
            <a:ext cx="1042416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先放 Up，再放 Back。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2706624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0352" y="285292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852928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706624"/>
            <a:ext cx="1042416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等幾秒，等開機同螢幕刷新。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511296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0352" y="36576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65760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511296"/>
            <a:ext cx="1042416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上載完成之後先用呢個。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389120"/>
            <a:ext cx="6903720" cy="2084831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535424"/>
            <a:ext cx="653796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重開嘅次序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892040"/>
            <a:ext cx="6537960" cy="13258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先放 Up
然後放 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4389120"/>
            <a:ext cx="4361688" cy="2084831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4535424"/>
            <a:ext cx="402336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對返上一張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4937760"/>
            <a:ext cx="4023360" cy="12801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入 bootloader
係先放 Back。
呢張相反。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13  / 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選板設定  ·  必須照做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ESP32S3 Dev Module，8MB，spiffs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804672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0352" y="122529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25296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078992"/>
            <a:ext cx="10424160" cy="80467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揀 Watchy 嘅串口。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956815"/>
            <a:ext cx="11430000" cy="804672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" y="2103119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103119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56815"/>
            <a:ext cx="10424160" cy="80467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冇串口：再入 bootloader（先放 Back）。用數據線，唔好用純充電線。換一個 USB 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2834639"/>
            <a:ext cx="11430000" cy="804672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0352" y="2980943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980943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834639"/>
            <a:ext cx="10424160" cy="80467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Tools &gt; Board &gt; ESP32 Arduino &gt; ESP32S3 Dev Module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712463"/>
            <a:ext cx="11430000" cy="804672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0352" y="3858767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858767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712463"/>
            <a:ext cx="10424160" cy="80467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Tools &gt; Flash Size &gt; 8MB (64Mb)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590288"/>
            <a:ext cx="11430000" cy="804672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473659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736592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590288"/>
            <a:ext cx="10424160" cy="80467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Tools &gt; Partition Scheme &gt; 8M with spiffs...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5468112"/>
            <a:ext cx="11430000" cy="804672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0352" y="561441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614416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5468112"/>
            <a:ext cx="10424160" cy="80467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其他全部維持預設。唔好自己改。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14  / 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上載官方範例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燒錶面示例，再重開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15568"/>
            <a:ext cx="11430000" cy="1078992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0352" y="126187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61872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188720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打開示例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499616"/>
            <a:ext cx="10424160" cy="62179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File &gt; Examples &gt; Watchy。課堂預設：7 segment / 7_SEG。選單名唔同，就用程式庫自帶嘅錶面示例。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2286000"/>
            <a:ext cx="11430000" cy="1078992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0352" y="243230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432304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359152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撳 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670048"/>
            <a:ext cx="10424160" cy="62179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上載前要已經入咗 bootloader，串口係 Watchy 嗰個。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3456432"/>
            <a:ext cx="11430000" cy="1078992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" y="360273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602736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529584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上載完成就重開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840480"/>
            <a:ext cx="10424160" cy="62179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先放 Up，再放 Back。等畫面。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681728"/>
            <a:ext cx="11430000" cy="1810512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4809744"/>
            <a:ext cx="110642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搞掂咁樣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5157216"/>
            <a:ext cx="11064240" cy="1143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搵到串口。
上載完，冇錯誤。
重開之後，幾秒內電子紙畫出錶面。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15  / 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設 Wi-Fi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加入 Watchy Ap，開 192.168.4.1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7452360" cy="603504"/>
          </a:xfrm>
          <a:prstGeom prst="roundRect">
            <a:avLst>
              <a:gd name="adj" fmla="val 12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411480" cy="60350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078992"/>
            <a:ext cx="6720840" cy="60350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手錶主選單揀 Setup Wifi。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737360"/>
            <a:ext cx="7452360" cy="603504"/>
          </a:xfrm>
          <a:prstGeom prst="roundRect">
            <a:avLst>
              <a:gd name="adj" fmla="val 12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411480" cy="60350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6720840" cy="60350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電話或電腦加入名叫 Watchy Ap 嘅網絡。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395728"/>
            <a:ext cx="7452360" cy="603504"/>
          </a:xfrm>
          <a:prstGeom prst="roundRect">
            <a:avLst>
              <a:gd name="adj" fmla="val 12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95728"/>
            <a:ext cx="411480" cy="60350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8"/>
            <a:ext cx="6720840" cy="60350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瀏覽器開 http://192.168.4.1。iPhone 會自己開。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054096"/>
            <a:ext cx="7452360" cy="603504"/>
          </a:xfrm>
          <a:prstGeom prst="roundRect">
            <a:avLst>
              <a:gd name="adj" fmla="val 12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54096"/>
            <a:ext cx="411480" cy="60350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54096"/>
            <a:ext cx="6720840" cy="60350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撳 Configure WiFi。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712463"/>
            <a:ext cx="7452360" cy="603504"/>
          </a:xfrm>
          <a:prstGeom prst="roundRect">
            <a:avLst>
              <a:gd name="adj" fmla="val 12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712463"/>
            <a:ext cx="411480" cy="60350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12463"/>
            <a:ext cx="6720840" cy="60350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輸入 SSID 同密碼。SSID 可以由畫面頂部網絡列表預填。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370831"/>
            <a:ext cx="7452360" cy="603504"/>
          </a:xfrm>
          <a:prstGeom prst="roundRect">
            <a:avLst>
              <a:gd name="adj" fmla="val 12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370831"/>
            <a:ext cx="411480" cy="60350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370831"/>
            <a:ext cx="6720840" cy="60350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撳 Save，等到完。停留喺呢頁。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1078992"/>
            <a:ext cx="3803904" cy="169164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118872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成功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1536192"/>
            <a:ext cx="352044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手錶顯示
local IP
同埋 SSID。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2907792"/>
            <a:ext cx="3803904" cy="19659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5592" y="301752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失敗，字串係呢句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2" y="3383280"/>
            <a:ext cx="3520440" cy="12801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Setup failed &amp; timed out!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5010912"/>
            <a:ext cx="3803904" cy="1481328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2" y="5102352"/>
            <a:ext cx="352044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逾時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5394960"/>
            <a:ext cx="3520440" cy="9601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WIFI_AP_TIMEOUT
60 秒。SSID 係
Watchy Ap。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16  / 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Wi-Fi 排錯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Info、清設定，再對香港時間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15568"/>
            <a:ext cx="11430000" cy="9601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0352" y="126187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61872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188720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開 Info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499616"/>
            <a:ext cx="104241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喺 http://192.168.4.1 開 Info。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2167128"/>
            <a:ext cx="11430000" cy="9601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0352" y="231343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313432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240280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睇 MAC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551176"/>
            <a:ext cx="104241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檢查路由器係咪允許列出嚟嘅 MAC address。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3218687"/>
            <a:ext cx="11430000" cy="9601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" y="3364991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2C38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64991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291839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仍然卡住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602735"/>
            <a:ext cx="104241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Info 頁 &gt; Erase Wifi Config。等 Watchy 自己重啟，再做 Setup Wifi。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343400"/>
            <a:ext cx="11430000" cy="2148840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4480560"/>
            <a:ext cx="110642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香港時間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4828032"/>
            <a:ext cx="11064240" cy="1463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Wi-Fi 通咗之後，如果而家燒咗嘅 firmware 選單有 Sync NTP 或 set time，先用。
香港 GMT 偏移係 +8。選單冇就唔好自己估個名。
程式庫方法係 setupWifi() 同 syncNTP()。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17  / 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今日其實只改一個位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只 override drawWatchFace()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60704"/>
            <a:ext cx="11430000" cy="640080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60704"/>
            <a:ext cx="1110996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將 7_SEG 示例嘅 settings.h 複製到你個 sketch folder，同 .ino 並排。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828800"/>
            <a:ext cx="7452360" cy="4663440"/>
          </a:xfrm>
          <a:prstGeom prst="roundRect">
            <a:avLst>
              <a:gd name="adj" fmla="val 6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920240"/>
            <a:ext cx="7178040" cy="4480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6F3EC"/>
                </a:solidFill>
                <a:latin typeface="Consolas"/>
                <a:ea typeface="Consolas"/>
                <a:cs typeface="Consolas"/>
              </a:rPr>
              <a:t>#include &lt;Watchy.h&gt;
#include "settings.h"
class MyFirstWatchFace : public Watchy {
 public:
  MyFirstWatchFace(const watchySettings&amp; s) : Watchy(s) {}
  void drawWatchFace() {
    display.setCursor(25, 110);
    display.print(currentTime.Hour);
    display.print(":");
    display.println(currentTime.Minute);
  }
};
MyFirstWatchFace m(settings);
void setup() { m.init(); }
void loop() { } // never runs; Watchy deep-sleeps after init()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828800"/>
            <a:ext cx="3803904" cy="859536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5592" y="1883664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currentTime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5592" y="2139696"/>
            <a:ext cx="352044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有 Hour 同 Minute。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761488"/>
            <a:ext cx="3803904" cy="859536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2816352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畫面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3072384"/>
            <a:ext cx="352044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200×200。後畫嘅會蓋住先畫嘅。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694176"/>
            <a:ext cx="3803904" cy="859536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374904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setCursor(x, 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4005072"/>
            <a:ext cx="352044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係文字嘅左下角。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4626864"/>
            <a:ext cx="3803904" cy="859536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4681728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補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4937760"/>
            <a:ext cx="352044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小時同分鐘小於 10 要補 0。官方示例係咁做。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5559552"/>
            <a:ext cx="3803904" cy="859536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5592" y="5614416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loop()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5870448"/>
            <a:ext cx="352044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留空。init() 之後 deep-sleep，loop 唔會行。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18  / 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硬件卡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整段貼上去，叫 AI 唔好改 pin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4754880"/>
          </a:xfrm>
          <a:prstGeom prst="roundRect">
            <a:avLst>
              <a:gd name="adj" fmla="val 6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1109960" cy="45262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機械：SQFMI Watchy，跟 getting-started，ESP32-S3（200×200 電子紙）
請用 Watchy 程式庫，繼承 Watchy，只改 drawWatchFace()。唔好改 pin、唔好新增接線、唔好換 display driver。
V3 pins from library config.h (ARDUINO_ESP32S3_DEV):
MENU_BTN_PIN 7, BACK_BTN_PIN 6, UP_BTN_PIN 0, DOWN_BTN_PIN 8
DISPLAY_CS 33, DISPLAY_DC 34, DISPLAY_RES 35, DISPLAY_BUSY 36
I2C SDA 12, SCL 11
SPI SS 33, MOSI 48, MISO 46, SCK 47
ACC_INT_1_PIN 14, ACC_INT_2_PIN 13, VIB_MOTOR_PIN 17
BATT_ADC_PIN 9, CHRG_STATUS_PIN 10, USB_DET_PIN 21
DISPLAY_WIDTH 200, DISPLAY_HEIGHT 200
Board in Arduino: ESP32S3 Dev Module, Flash Size 8MB (64Mb), Partition 8M with spiffs
Bootloader: hold Back+Up &gt; 4s, release Back first. Reset: same hold, release Up first.
loop() must stay empty.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5943600"/>
            <a:ext cx="11430000" cy="585216"/>
          </a:xfrm>
          <a:prstGeom prst="roundRect">
            <a:avLst>
              <a:gd name="adj" fmla="val 12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1109960" cy="585216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開新對話。整段貼。之後每句都講：用上面硬件卡。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19  / 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MISSION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Save As，貼卡，再貼呢句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5532120" cy="932688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457200" cy="93268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4754880" cy="7498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打開官方錶面示例，Save As 一個新 sketch。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121408"/>
            <a:ext cx="5532120" cy="932688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21408"/>
            <a:ext cx="457200" cy="93268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4754880" cy="7498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settings.h 留喺 .ino 隔離。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3145536"/>
            <a:ext cx="5532120" cy="932688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145536"/>
            <a:ext cx="457200" cy="93268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36976"/>
            <a:ext cx="4754880" cy="7498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先貼硬件卡，再貼右邊呢句。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169664"/>
            <a:ext cx="5532120" cy="932688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169664"/>
            <a:ext cx="457200" cy="93268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61104"/>
            <a:ext cx="4754880" cy="7498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入 bootloader（先放 Back），然後上載。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5193792"/>
            <a:ext cx="5532120" cy="932688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193792"/>
            <a:ext cx="457200" cy="93268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285232"/>
            <a:ext cx="4754880" cy="7498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上載完成，重開（先放 Up），等畫面。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1097280"/>
            <a:ext cx="5733288" cy="5394960"/>
          </a:xfrm>
          <a:prstGeom prst="roundRect">
            <a:avLst>
              <a:gd name="adj" fmla="val 6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234440"/>
            <a:ext cx="54406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硬件卡貼完，再貼呢句
「我的名字」改成你個名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920240"/>
            <a:ext cx="5440680" cy="42976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「用上面硬件卡。在 drawWatchFace() 畫一個名牌錶面：上半寫我的名字，下半寫小時同分鐘，小於 10 要補 0。黑白。200×200。唔好改 pin，唔好改 loop()。」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20  / 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電子紙規矩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黑白、慢刷、畫完就瞓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4160520"/>
          </a:xfrm>
          <a:prstGeom prst="roundRect">
            <a:avLst>
              <a:gd name="adj" fmla="val 6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41148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188720"/>
            <a:ext cx="1051560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只得黑白，200×200。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75104"/>
            <a:ext cx="41148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75104"/>
            <a:ext cx="1051560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全刷比 LCD 慢。唔好喺 loop 狂叫 display.display。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61488"/>
            <a:ext cx="41148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61488"/>
            <a:ext cx="1051560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程式庫畫完錶面就 deep-sleep。醒係掣或者計時，唔係轉緊嘅 loop。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47872"/>
            <a:ext cx="41148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547872"/>
            <a:ext cx="1051560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圖：先轉 1-bit，再用 image2cpp，輸出 Arduino code。#include 個 .h，然後 display.drawBitmap(x, y, array, w, h, color)。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334256"/>
            <a:ext cx="41148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334256"/>
            <a:ext cx="1051560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字型：truetype2gfx，然後 display.setFont(&amp;FontName)。記得個 &amp;。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5376672"/>
            <a:ext cx="11430000" cy="1115568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546811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官方 create-watchface 頁提到嘅社區工具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742432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Watchy Watchface Designer：拖放，匯出 Arduino 專案。WatchySim：冇錶都可以試。網址唔寫，去 https://watchy.sqfmi.com/docs/create-watchface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21  / 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排錯速查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卡住先對呢六樣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43000"/>
            <a:ext cx="3749039" cy="2450592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07592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冇串口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11680"/>
            <a:ext cx="3383280" cy="1371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數據線。換 USB 口。再入 bootloader，先放 Back。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43000"/>
            <a:ext cx="3749039" cy="2450592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07592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上載失敗 / 板錯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3383280" cy="1371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ESP32S3 Dev Module、8MB、8M with spiffs。裝嘅係 Espressif 嘅 esp32，唔係 Arduino ESP32 Boards。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11312" y="1143000"/>
            <a:ext cx="3749039" cy="2450592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307592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畫面空白或者條紋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011680"/>
            <a:ext cx="3383280" cy="1371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重新坐低 FPC。金腳向上，黑扣鎖實。唔好屈玻璃。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749039"/>
            <a:ext cx="3749039" cy="2450592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913631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等 1 分鐘時間仍然錯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617719"/>
            <a:ext cx="3383280" cy="1371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所以先有 Wi-Fi 同 NTP。firmware 選單有設時間先用，冇就唔好估名。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749039"/>
            <a:ext cx="3749039" cy="2450592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913631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Wi-Fi 逾時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617719"/>
            <a:ext cx="3383280" cy="1371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字串係 Setup failed &amp; timed out! 然後 Erase Wifi Config。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11312" y="3749039"/>
            <a:ext cx="3749039" cy="2450592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3913631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殼收唔埋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4617719"/>
            <a:ext cx="3383280" cy="1371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停。唔好硬撬。再收電池線。檢查螢幕有冇伸出錶帶孔。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22  / 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11338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今日做完，交代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畀隔離位睇你個錶面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170432"/>
            <a:ext cx="11430000" cy="1298448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640080" cy="129844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16736"/>
            <a:ext cx="1024128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畀隔離位睇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737360"/>
            <a:ext cx="10241280" cy="5943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將你畫嘅名牌錶面，畀隔離位睇一次。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2587752"/>
            <a:ext cx="11430000" cy="1298448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587752"/>
            <a:ext cx="640080" cy="129844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734056"/>
            <a:ext cx="1024128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想放上 gallery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154680"/>
            <a:ext cx="10241280" cy="5943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官方要一張 200×200 黑白 bmp 或 gif，加埋 source。就係：screenshot、GitHub repo、加一條 entry。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005072"/>
            <a:ext cx="11430000" cy="1298448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005072"/>
            <a:ext cx="640080" cy="129844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151376"/>
            <a:ext cx="1024128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屋企先玩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72000"/>
            <a:ext cx="10241280" cy="5943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電量用 getBatteryVoltage()。圖標用 image2cpp。天氣要 Wi-Fi 通咗先。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gallery 頁：https://watchy.sqfmi.com/docs/create-watchface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23  / 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資源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官方頁，返去對返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15568"/>
            <a:ext cx="11430000" cy="786384"/>
          </a:xfrm>
          <a:prstGeom prst="roundRect">
            <a:avLst>
              <a:gd name="adj" fmla="val 12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3017520" cy="7863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Getting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115568"/>
            <a:ext cx="7955279" cy="7863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https://watchy.sqfmi.com/docs/getting-started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84248"/>
            <a:ext cx="11430000" cy="786384"/>
          </a:xfrm>
          <a:prstGeom prst="roundRect">
            <a:avLst>
              <a:gd name="adj" fmla="val 12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984248"/>
            <a:ext cx="3017520" cy="7863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84248"/>
            <a:ext cx="7955279" cy="7863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https://watchy.sqfmi.com/docs/hardware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852928"/>
            <a:ext cx="11430000" cy="786384"/>
          </a:xfrm>
          <a:prstGeom prst="roundRect">
            <a:avLst>
              <a:gd name="adj" fmla="val 12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852928"/>
            <a:ext cx="3017520" cy="7863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Create a watch 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852928"/>
            <a:ext cx="7955279" cy="7863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https://watchy.sqfmi.com/docs/create-watchface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721607"/>
            <a:ext cx="11430000" cy="786384"/>
          </a:xfrm>
          <a:prstGeom prst="roundRect">
            <a:avLst>
              <a:gd name="adj" fmla="val 12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3721607"/>
            <a:ext cx="3017520" cy="7863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程式庫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721607"/>
            <a:ext cx="7955279" cy="7863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https://github.com/sqfmi/Watchy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4590288"/>
            <a:ext cx="11430000" cy="786384"/>
          </a:xfrm>
          <a:prstGeom prst="roundRect">
            <a:avLst>
              <a:gd name="adj" fmla="val 12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4590288"/>
            <a:ext cx="3017520" cy="7863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Watch faces gallery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590288"/>
            <a:ext cx="7955279" cy="7863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https://watchy.sqfmi.com/watchfaces/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5458968"/>
            <a:ext cx="11430000" cy="786384"/>
          </a:xfrm>
          <a:prstGeom prst="roundRect">
            <a:avLst>
              <a:gd name="adj" fmla="val 12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5458968"/>
            <a:ext cx="3017520" cy="7863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鋁殼組裝影片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458968"/>
            <a:ext cx="7955279" cy="7863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https://www.youtube.com/watch?v=rbVr9eVb72M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56832"/>
            <a:ext cx="969264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Watchy 親手玩    https://watchy.sqfmi.com/docs/getting-started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6656832"/>
            <a:ext cx="16002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24  / 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Watchy 親手玩</dc:title>
  <dc:subject>學造工作室 Watchy 親手工作坊</dc:subject>
  <dc:creator>學造工作室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