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開場：今日跟伍sir 同類項目——CYD 顯示 NTP 時間 + 九巴 ETA + 天文台天氣。硬件係 Cheap Yellow Display。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Tinkering：facilitator 陪伴 debug，唔代寫成個 project。挫折正常；Serial + 同伴係日常工具。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成品預覽：左邊時間日期天氣，右邊巴士列表；最近一班大字綠色，&lt;3 分鐘紅色。觸控切線係 Phase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硬件卡：每次問 AI 都要貼。唔好畀 AI 估錯板型（例如 Nano ESP32）或者估錯腳位。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TFT_eSPI User_Setup.h 必須用呢組腳。RST=-1 表示唔用獨立 RST 腳（跟 CYD 線路）。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觸控同螢幕唔共用同一組 SPI——CYD 用 SoftSPI。Phase 1 可以完全唔寫觸控，先過紅屏同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工具清單。ArduinoJson 用 6.x；7.x 語法唔同會編譯爆。TJpg_Decoder 係 Phase 3 背景圖先需要。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安裝 IDE。Win7 以下先考慮 IDE 1.8；其餘用 IDE 2。首次可接受 USB driver 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Additional boards manager URLs 用 Wu transcript 嗰條 raw.githubusercontent。有其他 URL 就一行一條。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Boards Manager 搜 esp32，裝 Espressif Systems。幾百 MB，等幾分鐘正常。裝完 Tools→Board→esp32 應有一堆板。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CYD 常見 CH340 或 CP2102。純充電線唔會出 COM。Mac 多數免裝驅動；認埠時唔好揀藍牙裝置。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小檢查點：IDE 開到、esp32 裝到、Port 見到。未過唔好急住裝庫同改 User_Setup。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Library Manager 裝 TFT_eSPI by Bodmer。裝完一定要改 User_Setup.h，否則黑屏——下一節最重要。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ArduinoJson 必須 6.x。7.x API 唔同，抄 6 嘅示例會編譯失敗。WiFi / HTTPClient 係 ESP32 內建，唔使另裝。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函式庫齊。下一節係成個 workshop 最關鍵：User_Setup.h。改錯＝黑屏，好似「完全冇畫面」。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User_Setup.h 位置。Windows / Mac 路徑唔同。用 IDE：Sketch→Show Sketch Folder 唔直接到庫；要去 libraries 資料夾。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User_Setup 必改項：開 ILI9341、關其他 driver、設寬高同腳。註解用 //。改完存檔。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黑屏三大元兇：錯 driver（ST7789）、錯腳、改完冇重開 IDE。紅屏測試就係為呢件事存在。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改完自檢清單。全部剔咗先進入板設定同上傳。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板設定：ESP32 Dev Module、Flash 4MB。Upload Speed 不穩就降 115200。唔好揀 Nano ESP32。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紅屏測試係硬門檻。成功先證明 TFT_eSPI + 腳位 + 上傳鏈路全部通。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成功標準要講清楚：見到紅（再綠藍）先算過關。唔好跳過呢步問 AI 寫成個巴士程式。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手動進入燒錄模式。輸出一直 Connecting..... 就用呢招。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Serial Monitor 115200 係你嘅眼睛。WiFi、NTP、HTTP 404、heap 全部喺度講。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WiFi：ssid / password 字串。工作室可用現場熱點。唔好 commit 密碼去公開 repo。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NTP：WiFi 連上後 configTime，免費唔使 API key。香港時區 UTC+8。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ID 係約 32 字元字串。用 hkbus.app 搵。私人屋邨巴（如愉景灣）多數無公開 API——用專營巴士數據。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KMB stop-eta：免費無 key。JSON 內 route / eta / dest_en。404＝Stop ID 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HKO Open Data：rhrread 現況溫度；fnd 預報高低溫。lang=tc。免費無 key。現況「天氣狀況」欄位有限，icon 邏輯可後加。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最小架構：WiFi → HTTP → JSON → draw。唔好一開始上大背景 buffer，heap 會爆。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第一份完整 sketch 只改呢幾樣。wantedRoutes 要同 API 路線字串一致（例如 14X）。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busInterval ≥ 30 秒。狂 refresh 會撞 rate limit，亦無必要——巴士 ETA 本身唔係每秒變。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常見失敗速查。巡場優先：User_Setup → 線 → Port → Stop ID → heap。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分期：P1 英文時間+巴士+天氣 → P2 觸控切線 → P3 icon/背景 → P4 中文字型（難，要字庫+Flash）。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 AI 合作：每次貼硬件卡；貼 Serial 原文；唔好跳過紅屏。AI 會估錯板——你要糾正。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Mood board：喺零件範圍內自由揀主題。專營巴士數據優先；屋邨私巴可能無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安全同快樂：陪伴式 debug，唔幽靈代寫。挫折時開 Serial、問同伴、返上一個過關點。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課前清單同連結。檔案會放學造工作室 Google Drive（由導師上載本投影片同參考）。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學造工作室  ·  MAKER 工作坊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97280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CYD 巴士天氣屏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小白逐步：由紅屏測試到時間 · 巴士 · 天氣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1051560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硬件：ESP32-2432S028R（Cheap Yellow Display / CYD）
2.8" ILI9341 電阻觸控 · 320×240 · ESP32-D0WD-V3
今日會整：NTP 時間 + 九巴到站 ETA + 天文台天氣（先英文 UI）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2057400" cy="50292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074920"/>
            <a:ext cx="205740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硬件卡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074920"/>
            <a:ext cx="2057400" cy="50292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074920"/>
            <a:ext cx="205740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紅屏過關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5074920"/>
            <a:ext cx="2057400" cy="50292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5074920"/>
            <a:ext cx="205740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WiFi+API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5074920"/>
            <a:ext cx="2057400" cy="50292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5074920"/>
            <a:ext cx="205740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英文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5074920"/>
            <a:ext cx="2057400" cy="50292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5074920"/>
            <a:ext cx="205740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之後玩觸控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  /  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今日承諾  ·  Tinkering 精神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你會帶走咩 · 我哋點陪你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7033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自己整得成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3246120" cy="2377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跟逐步過關：紅屏 → WiFi →
時間 → 巴士 → 天氣。
唔使一日做到伍sir 最終版。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80160"/>
            <a:ext cx="37033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08760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Tinker's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246120" cy="2377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導師引導、陪你 debug，
唔代你寫晒成個程式。
自己搞掂嗰下先有快感。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7033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508760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挫折係正常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94560"/>
            <a:ext cx="3246120" cy="2377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黑屏、404、upload 失敗
人人都會遇。開 Serial、
問同伴、再試一次。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166360"/>
            <a:ext cx="11430000" cy="109728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349240"/>
            <a:ext cx="10972800" cy="777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自由發揮：喺提供零件 wish-list 範圍內揀自己想整嘅資訊屏。
UI 由簡單英文開始；中文字型要自製字庫／更大 Flash——留 Phase 4，今日唔趕。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  / 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成品預覽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你會整到嘅「資訊屏」長咁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303520" cy="484632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484632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左區 · 時間 / 日期 / 天氣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484632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14:32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Fri  11 Sep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28°C   H 31  /  L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4846320" cy="1645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天氣 icon（Phase 3）
先用文字：Sunny / Cloudy / Rain
NTP 自動對時 · 免費唔使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34440"/>
            <a:ext cx="5760720" cy="484632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530352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右區 · 巴士 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6596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14X    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7744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14X    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78892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214    8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20040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214    18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61188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02336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最近一班 → 大字 + 綠色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43484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&lt; 3 分鐘 → 紅色警示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84632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無車 → 顯示 END 佔位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  / 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硬件卡  ·  問 AI 前必貼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複製呢段，每次都貼俾 Gemini / Grok / Claude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30000" cy="493776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【硬件卡 — 請用呢個，唔好估】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板型：ESP32-2432S028R（Cheap Yellow Display / CYD）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MCU：ESP32-D0WD-V3　螢幕：2.8" ILI9341　解析度：320×240（橫向 setRotation(1)）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觸控：XPT2046 電阻觸控（SoftSPI，Phase 2 先加）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庫：Arduino IDE + TFT_eSPI（Bodmer）+ ArduinoJson 6.x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TFT 腳位：MISO=12  MOSI=13  SCLK=14  CS=15  DC=2  RST=-1  BL=21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Touch SoftSPI：CS=33  MOSI=32  MISO=39  CLK=25  IRQ=36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開發板選：ESP32 Dev Module　Flash Size：4MB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串口：115200　目標：NTP 時間 + KMB stop-eta + HKO weather（英文 UI）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4  / 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 ·  TFT 腳位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螢幕 SPI 腳位（寫入 User_Setup.h）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743200" cy="17373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TFT_MISO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80160"/>
            <a:ext cx="2743200" cy="17373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0020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TFT_MOSI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743200" cy="17373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TFT_SCLK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280160"/>
            <a:ext cx="2743200" cy="17373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60020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TFT_CS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0312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291840"/>
            <a:ext cx="2743200" cy="17373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TFT_DC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3291840"/>
            <a:ext cx="2743200" cy="17373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61188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TFT_RST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11480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-1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91840"/>
            <a:ext cx="2743200" cy="17373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61188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TFT_BL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39496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3212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記住：Driver = ILI9341（唔係 ST7789）。寬高：TFT_WIDTH 240 · TFT_HEIGHT 320。
BL=21 控制背光；紅屏測試失敗多數係 Driver／腳位寫錯。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5  / 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 ·  觸控腳位（Phase 2 可選）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XPT2046 SoftSPI — 今日可以略過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194560" cy="2194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TOUCH_CS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1920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79" y="1280160"/>
            <a:ext cx="2194560" cy="2194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1554480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TOUCH_MOSI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39" y="2286000"/>
            <a:ext cx="1920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280160"/>
            <a:ext cx="2194560" cy="2194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1554480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TOUCH_MISO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286000"/>
            <a:ext cx="1920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39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19" y="1280160"/>
            <a:ext cx="2194560" cy="2194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554480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TOUCH_CLK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286000"/>
            <a:ext cx="1920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280160"/>
            <a:ext cx="2194560" cy="2194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554480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TOUCH_IRQ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286000"/>
            <a:ext cx="1920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94760"/>
            <a:ext cx="11430000" cy="233172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10881360" cy="192024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Phase 建議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Phase 1：唔寫觸控。專心紅屏 → WiFi → 時間 → 巴士 → 天氣。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Phase 2：先上傳獨立 touch_test.ino；撳屏見到紅點 + Serial 有座標，先合併入主程式。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常見坑：pressed 永遠係 0 → 多數係 SoftSPI 腳／CS 錯，唔係你業務邏輯錯。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6  / 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開工前準備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軟件工具清單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Arduino IDE 2.x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官網下載；Mac / Win / Linux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344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55448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ESP32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24028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Espressif Systems（Boards Manager）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USB 驅動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CH340 或 CP2102（視你塊板）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033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TFT_eSPI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Bodmer — 畫螢幕（必改 User_Setup.h）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7033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02336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ArduinoJson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70916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Benoit Blanchon — 用 6.x，唔好裝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033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02336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TJpg_Decoder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可選 · Phase 3 先裝（JPG 背景）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7  / 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安裝 Arduino IDE 2.x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20040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打開官網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17320"/>
            <a:ext cx="676656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https://www.arduino.cc/en/software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2316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320040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揀你嘅系統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676656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Windows 10+ 64-bit　／　macOS　／　Linux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5760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931920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86200"/>
            <a:ext cx="320040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JUST DOWNLOAD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86200"/>
            <a:ext cx="676656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贊助頁可以略過，直接下載安裝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89204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166360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20640"/>
            <a:ext cx="320040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開 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120640"/>
            <a:ext cx="676656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首次可讓佢裝 Arduino USB Driver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8  / 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加入 ESP32 Board Manager URL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30000" cy="173736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貼呢條（一字唔改）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097280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https://raw.githubusercontent.com/espressif/arduino-esp32/gh-pages/package_esp32_index.json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246120"/>
            <a:ext cx="3703320" cy="28346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Windows / Linux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3337560" cy="1737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File → Preferences
→ Additional boards manager URLs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246120"/>
            <a:ext cx="3703320" cy="28346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474720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Mac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069080"/>
            <a:ext cx="3337560" cy="1737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Arduino IDE → Settings…
（快捷鍵 Cmd + ,）
唔係 File 選單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246120"/>
            <a:ext cx="3703320" cy="28346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474720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已有其他 URL？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069080"/>
            <a:ext cx="3337560" cy="1737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撳右邊細按鈕開多行編輯
一行一條 URL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9  / 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安裝 esp32 by Espressif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7033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26517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開 Boards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3246120" cy="2103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Tools → Board → Boards Manager…
或撳左邊「開發板」圖示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80160"/>
            <a:ext cx="37033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645920"/>
            <a:ext cx="26517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搜尋 esp32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246120" cy="2103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揀 esp32 by Espressif Systems
撳 Install（下載幾百 MB）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7033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55448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645920"/>
            <a:ext cx="26517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裝完確認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468880"/>
            <a:ext cx="3246120" cy="2103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Tools → Board → esp32
應見到 ESP32 Dev Module 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212080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4406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警告：唔好揀「Arduino Nano ESP32」。我哋塊板係 CYD，要用 esp32 → ESP32 Dev Module。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10  / 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2c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USB 線 · 驅動 · 認 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5669280" cy="48920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5212080" cy="44805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檢查清單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用能傳資料嘅 USB 線（唔好純充電）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直插電腦 USB 口（少用劣質 HUB）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Win：裝置管理員睇有冇 CH340 / CP2102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Mac：Tools → Port → /dev/cu.usbserial-xxxx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• 無埠 → 裝驅動 / 換線 / 換口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532120" cy="489204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120640" cy="44805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常見死法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揀咗藍牙 headphone / Incoming-Port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Upload Speed 太高 → 降到 115200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Connecting…… → 撳住 BOOT + 撳 RESET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Serial noise → 換線、直插、降速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上傳卡住唔等於程式錯，多數係線／模式。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11  / 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檢查點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IDE + 核心 + Port 齊未？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486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Arduino IDE 2 開到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30352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歡迎畫面／空白 sketch 正常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2316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486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Boards Manager 有 esp32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06040"/>
            <a:ext cx="530352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Espressif Systems 顯示 Installed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1188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5486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94760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板型可選 Dev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94760"/>
            <a:ext cx="530352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Tools → Board → esp32 →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80060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5486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83480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插線後有 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983480"/>
            <a:ext cx="530352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cu.usbserial / COM 出現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12  / 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安裝函式庫 TFT_eSPI（Bodmer）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3152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9875520" cy="6858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Sketch → Include Library → Manage Libraries…
（或左邊書本圖示）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42316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73152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06040"/>
            <a:ext cx="9875520" cy="6858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搜尋 TFT_eSPI → 作者 Bodmer → Install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1188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73152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94760"/>
            <a:ext cx="9875520" cy="6858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裝完：Sketch → Include Library 清單應見到 TFT_eSPI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800600"/>
            <a:ext cx="11430000" cy="10515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73152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983480"/>
            <a:ext cx="9875520" cy="6858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停！未改 User_Setup.h 之前唔好上傳正式 sketch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13  / 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3b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安裝 ArduinoJson 6.x（唔好裝 7）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6949440" cy="48463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492240" cy="438912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Library Manager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1. 搜尋 ArduinoJson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2. 作者：Benoit Blanchon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3. 版本選 6.x（例如 6.21.x）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4. Install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內建、唔使裝：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WiFi.h　·　HTTPClient.h　·　time.h（NTP）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234440"/>
            <a:ext cx="4251960" cy="484632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840480" cy="429768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點解唔好 7？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JsonDocument 用法唔同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網上多數巴士／天氣示例係 6.x 寫法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初學者混用會以為「API 壞咗」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記住：6.x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14  / 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檢查點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兩個庫裝好未？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623560" cy="32004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93776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☐  TFT_eSPI by Bodmer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4937760" cy="12801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Include Library 清單見得到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623560" cy="32004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93776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☐  ArduinoJson 6.x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51760"/>
            <a:ext cx="4937760" cy="12801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唔係 7.x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846320"/>
            <a:ext cx="11430000" cy="128016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下一節（最重要）：改 TFT_eSPI 嘅 User_Setup.h。
改完要完全閂 IDE 再開，先確保設定被讀取。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15  / 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4a  ·  最關鍵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User_Setup.h 喺邊？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0116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68680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Documents\Arduino\libraries\TFT_eSPI\User_Setup.h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46888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20116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743200"/>
            <a:ext cx="868680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~/Documents/Arduino/libraries/TFT_eSPI/User_Setup.h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70332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20116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977640"/>
            <a:ext cx="868680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~/Arduino/libraries/TFT_eSPI/User_Setup.h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029200"/>
            <a:ext cx="11430000" cy="114300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先備份：複製一份改名 User_Setup_bak.h。
用記事本 / VS Code / Cursor 打開原檔再改——唔好喺錯資料夾改。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16  / 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4b  ·  最關鍵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User_Setup.h 要改成咁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212080" cy="457200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Driver（只開一個）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#define ILI9341_DRIVER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// 其他 DRIVER 前面加 // 註解掉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尺寸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#define TFT_WIDTH  240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#define TFT_HEIGHT 320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（橫向顯示用 sketch 內 setRotation(1)）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532120" cy="49377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5120640" cy="457200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腳位（照抄）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#define TFT_MISO 12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#define TFT_MOSI 13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#define TFT_SCLK 14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#define TFT_CS   15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#define TFT_DC    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#define TFT_RST  -1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#define TFT_BL   21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可同時啟用 SPI_FREQUENCY 等預設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17  / 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4c  ·  點解會黑屏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User_Setup 錯咗會長咁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703320" cy="32918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24612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全黑／好暗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3246120" cy="1920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Driver 錯（例如留住 ST7789）
或 BL 腳唔係 21／冇拉高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80160"/>
            <a:ext cx="3703320" cy="32918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24612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花屏／色錯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246120" cy="1920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WIDTH/HEIGHT 或 rotation 亂
或腳位 CS/DC 調轉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703320" cy="32918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554480"/>
            <a:ext cx="324612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編譯得、完全冇反應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286000"/>
            <a:ext cx="3246120" cy="1920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改咗錯份 User_Setup
或 IDE 冇重開，仍用舊設定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846320"/>
            <a:ext cx="11430000" cy="128016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正確動作：存檔 → 完全退出 IDE（Mac：Cmd+Q）→ 再開 → 上傳紅屏測試。
紅屏都唔見＝先唔好玩 WiFi／API，返嚟改 User_Setup。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18  / 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檢查點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User_Setup 自檢（逐項剔）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只啟用 ILI9341_DRIVER（其他 driver 已註解）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TFT_WIDTH 240　·　TFT_HEIGHT 320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15468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3756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腳位：12 / 13 / 14 / 15 / 2 / -1 / 21 全對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11480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8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已備份 User_Setup_bak.h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07492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5780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已完全退出再開 Arduino 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19  / 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開發板設定（示意清單）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29184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開發板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esp32 → ESP32 Dev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18872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17320"/>
            <a:ext cx="329184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連接埠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82880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你嘅 CH340 / CP2102 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29184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Upload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921600；不穩改 115200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88036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329184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CPU Frequency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240MHz (WiFi/BT)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88036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108960"/>
            <a:ext cx="329184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Flash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52044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4MB (32Mb)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88036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329184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Partition Scheme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2044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Default 4MB with spiffs
（大圖／字庫先改 Huge APP）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57200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00600"/>
            <a:ext cx="329184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PSRAM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1208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Disabled（多數 CYD 無）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457200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800600"/>
            <a:ext cx="329184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Erase All Flash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21208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Disabled（除非你知要清）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57200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800600"/>
            <a:ext cx="329184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串口監視器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21208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115200 baud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20  / 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上傳紅屏測試 sketch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7040880" cy="49377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6583680" cy="457200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最小測試（概念）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#include &lt;TFT_eSPI.h&gt;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TFT_eSPI tft = TFT_eSPI();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void setup() 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  tft.init();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  tft.setRotation(1);  // 橫向 320×240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  tft.fillScreen(TFT_RED);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  delay(2000);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  // 可再試 GREEN / BLUE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  // 再黑底白字 Hello CYD!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188720"/>
            <a:ext cx="4160520" cy="493776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463040"/>
            <a:ext cx="3749039" cy="44805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上傳步驟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1. 新建 sketch 貼上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2. 確認板型 + Port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3. Verify（✓）無錯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4. Upload（→）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5. 卡住 Connecting…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   → BOOT+RESET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6. 上傳完撳 RESET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21  / 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6b  ·  成功標準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紅屏過關長咁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25880"/>
            <a:ext cx="2788920" cy="34747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237744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全屏紅 2 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25880"/>
            <a:ext cx="2788920" cy="34747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94560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108960"/>
            <a:ext cx="237744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全屏綠 2 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788920" cy="34747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BA0FF"/>
                </a:solidFill>
                <a:latin typeface="Noto Sans CJK HK"/>
                <a:ea typeface="Noto Sans CJK HK"/>
                <a:cs typeface="Noto Sans CJK HK"/>
              </a:rPr>
              <a:t>BLUE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37744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全屏藍 2 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325880"/>
            <a:ext cx="2788920" cy="34747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5448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94560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Hello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108960"/>
            <a:ext cx="237744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黑底白字 Hello CYD!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029200"/>
            <a:ext cx="11430000" cy="114300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見到以上＝USB、COM、ILI9341、User_Setup、背光全部通。
未見到＝停。返 User_Setup／換數據線。唔好跳去寫巴士。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22  / 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6c  ·  上傳急救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Connecting… 點算？BOOT + RESET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撳住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37744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板背／側邊 BOOT 掣
唔好鬆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8016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8600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撳一下 RESET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17520"/>
            <a:ext cx="237744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有啲板寫 EN
撳完即鬆 RESET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繼續按住 BOOT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37744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直至出現 Writing at 0x…
先鬆 BOOT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8016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5448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28600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完成後 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017520"/>
            <a:ext cx="237744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讓程式由頭跑
望螢幕有冇變色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212080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另一類錯誤「Serial data stream stopped」＝線／干擾：換線、直插、Upload Speed→115200、拔插供電。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23  / 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打開 Serial Monitor（115200）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5669280" cy="48920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5212080" cy="44805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點開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Tools → Serial Monitor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右下角 baud → 115200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技巧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清畫面（垃圾桶）再撳板 RESET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等 10–20 秒睇完整 boot 日誌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• 向上滾睇有冇漏咗 WiFi／heap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532120" cy="489204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120640" cy="44805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你應該見到（示意）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Connecting WiFi...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WiFi connected: ...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NTP synced, epoch=...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HTTP 200 / eta count=...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壞訊息例子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404 → Stop ID 錯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malloc FAILED → 記憶體／大圖太早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24  / 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WiFi 帳密點寫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1430000" cy="21945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const char* ssid     = "YourWiFiName";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const char* password = "YourPassword";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雙引號、無多餘空格；2.4GHz 熱點通常最穩（視路由器設定）。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749039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連唔到？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333756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睇 Serial：一直 Connecting＝名／密碼錯或 5G-only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749039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3977639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工作室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572000"/>
            <a:ext cx="333756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用現場提供嘅 SSID（問導師）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749039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977639"/>
            <a:ext cx="33375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572000"/>
            <a:ext cx="333756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示範完可改返；唔好公開貼真實密碼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25  / 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NTP 自動對時（免費）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做咩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377440" cy="182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經互聯網問時間伺服器
對準本地時鐘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8016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要咩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377440" cy="182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WiFi 已連上
configTime(...) / time.h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時區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377440" cy="182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香港 UTC+8
（例如 GMT+8 偏移）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28016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55448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成功樣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2377440" cy="182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Serial：NTP synced
螢幕時間會走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754880"/>
            <a:ext cx="11430000" cy="137160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972800" cy="10058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建議順序：先只顯示 NTP 時間（大字），確認會走，先加巴士。
一步加一樣功能，Serial 先確認，再畫去螢幕——Tinkering 節奏。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26  / 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10a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搵九巴 Stop ID（hkbus.app）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20040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打開 hkbus.app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17320"/>
            <a:ext cx="676656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https://hkbus.app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8600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14600"/>
            <a:ext cx="320040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搜路線／車站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14600"/>
            <a:ext cx="676656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揀你附近專營巴士站（KMB 等）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38328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11880"/>
            <a:ext cx="320040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複製 Stop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11880"/>
            <a:ext cx="676656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一串約 32 字元（示意 A1B2C3D4…）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480559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709159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09159"/>
            <a:ext cx="320040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貼入 sketch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709159"/>
            <a:ext cx="676656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busStopId = "……";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27  / 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10b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九巴到站 API（唔使登記）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URL 樣式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https://data.etabus.gov.hk/v1/transport/kmb/stop-eta/{StopID}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063240"/>
            <a:ext cx="2788920" cy="30175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2377440" cy="182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路線號，例如 1A、14X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063240"/>
            <a:ext cx="2788920" cy="30175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29184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931920"/>
            <a:ext cx="2377440" cy="182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到站時間（ISO）→ 自己算仲有幾多分鐘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2788920" cy="30175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dest_en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2377440" cy="182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英文目的地（初學用呢個）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063240"/>
            <a:ext cx="2788920" cy="30175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3291840"/>
            <a:ext cx="23774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404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931920"/>
            <a:ext cx="2377440" cy="182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Stop ID 錯或唔存在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28  / 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天文台天氣 API（兩條）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30000" cy="22860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現況溫度  dataType=rhrread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https://data.weather.gov.hk/weatherAPI/opendata/weather.php?dataType=rhrread&amp;lang=tc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→ temperature.data 入面 place =「香港天文台」嗰個 value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預報高低溫  dataType=fnd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https://data.weather.gov.hk/weatherAPI/opendata/weather.php?dataType=fnd&amp;lang=tc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→ weatherForecast[0] 嘅 forecastMaxtemp / forecastMintemp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7947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333756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333756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顯示 °C + H/L 文字就夠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7947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4023360"/>
            <a:ext cx="333756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Phase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572000"/>
            <a:ext cx="333756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先加 icon／背景圖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7947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023360"/>
            <a:ext cx="333756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局限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572000"/>
            <a:ext cx="333756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無單一「而家天晴」欄；
rain icon 要自己用降雨數據校準（進階）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29  / 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架構一圖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資料點樣行到螢幕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 WiFi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28600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連路由器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194560"/>
            <a:ext cx="3657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 HTTP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28600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GET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194560"/>
            <a:ext cx="3657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3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28600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ArduinoJson
拆欄位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194560"/>
            <a:ext cx="3657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64592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4 Draw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77440"/>
            <a:ext cx="228600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TFT_eSPI
畫文字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14800"/>
            <a:ext cx="11430000" cy="201168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10972800" cy="164592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迴圈節奏（示意）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setup：WiFi → NTP → 首次拉巴士／天氣 → 畫一次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loop：每秒刷新時間；巴士／天氣用 timer，間隔 ≥ 30 秒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Phase 1 用文字就好；大 JPG 背景＋全屏 buffer 留後（易 heap 失敗）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30  / 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第一份完整 sketch 檢查清單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ssid / password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現場 WiFi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344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55448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busStopId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24028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hkbus.app 複製嘅 32 字元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wantedRoutes[]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例如 {"14X", "214"} 要同 KMB 格式一致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033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User_Setup.h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已經紅屏過關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7033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02336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Serial 115200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70916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上傳後 RESET 睇日誌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033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02336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英文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dest_en、數字、冒號——先唔做中文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31  / 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STEP 13  ·  禮貌用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更新頻率：巴士 ≥ 30 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11430000" cy="20116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unsigned long busInterval = 30000;  // 毫秒 ≥ 30000
天氣可以 5–10 分鐘先拉一次；時間每秒本地刷新即可。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657600"/>
            <a:ext cx="3703320" cy="237744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33375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太密？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333756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API 可能慢／失敗；Serial 會見錯誤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657600"/>
            <a:ext cx="3703320" cy="237744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931920"/>
            <a:ext cx="33375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太疏？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663440"/>
            <a:ext cx="333756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ETA 仍然大致可用；可調 30–60s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657600"/>
            <a:ext cx="3703320" cy="2377440"/>
          </a:xfrm>
          <a:prstGeom prst="roundRect">
            <a:avLst>
              <a:gd name="adj" fmla="val 8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931920"/>
            <a:ext cx="33375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畫面閃？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663440"/>
            <a:ext cx="333756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唔好每次全屏清；局部更新文字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32  / 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卡住先睇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常見死法急救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黑屏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29184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User_Setup driver／腳位；
返紅屏測試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1887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1732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無 COM / 上傳失敗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03120"/>
            <a:ext cx="329184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換數據線、驅動、
BOOT+RESET、降 Upload 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WiFi 連唔上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329184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SSID/密碼、2.4G、
Serial 睇 Connecting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576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巴士 404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329184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Stop ID 錯；
返 hkbus.app 再抄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6576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88620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有 JSON 無車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572000"/>
            <a:ext cx="329184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wantedRoutes 字串唔夾；
或該站真係無呢線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6576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88620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後嚟先 heap 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572000"/>
            <a:ext cx="3291840" cy="1097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大背景 buffer 太早；
Phase 1 用文字、延後 JPG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33  / 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路線圖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四個 Phase — 唔好一日做晒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788920" cy="47548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3774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英文核心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377440" cy="2743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NTP 時間
KMB ETA
HKO °C + H/L
紅屏已過關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80160"/>
            <a:ext cx="2788920" cy="47548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23774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23774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觸控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34640"/>
            <a:ext cx="2377440" cy="2743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獨立 touch_test
切路線／頁面
SoftSPI 腳要啱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2788920" cy="47548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23774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23774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美化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2377440" cy="2743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天氣 icon
背景圖（注意 16-bit）
可選 TJpg_Decoder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80160"/>
            <a:ext cx="2788920" cy="47548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54480"/>
            <a:ext cx="23774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03120"/>
            <a:ext cx="23774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中文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834640"/>
            <a:ext cx="2377440" cy="2743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自製字庫 .h
或換 GFX 方案
更大 Partition
今日唔趕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34  / 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同 AI 一齊整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Gemini / Grok / Claude 用法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每次都貼硬件卡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ESP32-2432S028R + ILI9341 + 腳位全文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344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55448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貼 Serial 原文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28600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連 Connecting / 404 / heap 一齊抄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一次改一樣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「只加 NTP，唔好改觸控」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033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紅屏未過＝停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唔好叫 AI 直接寫成個巴士天氣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7033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02336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你要驗板型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75488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若佢寫 Nano ESP32 / ST7789 → 糾正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033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023360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導師唔代寫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5488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卡住問人；AI 係工具唔係交功課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35  / 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靈感  ·  DIY Mood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你可以整邊種資訊屏？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巴士站牌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屋企附近 KMB／城巴站 ETA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344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60020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天氣鐘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28600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NTP + HKO 溫度／預報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0020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雙頁切換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觸控：巴士 ↔ 天氣詳情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033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夜光模式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22:00 後自動調暗背光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7033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06908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路線過濾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75488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wantedRoutes 只顯示你搭嘅線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0332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069080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美化版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54880"/>
            <a:ext cx="32918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HK 夜景扁平風背景（Phase 3）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36  / 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學造精神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陪伴 debug · 唔代寫 · 享受搞掂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7033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導師做咩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3246120" cy="2286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問你見到咩、帶你讀 Serial、
提示下一步。唔直接交成個 .ino。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80160"/>
            <a:ext cx="37033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你做咩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246120" cy="2286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動手改、上傳、觀察、記錄。
同座幫手睇螢幕都得。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7033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554480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Tinker's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286000"/>
            <a:ext cx="3246120" cy="2286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黑屏搞到紅屏嗰下、
第一次見到巴士分鐘——
嗰下先係工作坊重點。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212080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卡住？返最近一個 ✓：紅屏 → WiFi → 時間 → 巴士。逐步前進，唔好一次 overlay 十個功能。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37  / 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課前清單  ·  連結  ·  收工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帶齊呢啲就開工得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66928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5212080" cy="329184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課前 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☐ 電腦 + 能傳資料 USB 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☐ 已裝／可裝 Arduino IDE 2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☐ CYD 板 ESP32-2432S028R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☐ 可連 WiFi（知 ssid/密碼）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☐ 瀏覽過硬件卡（本投影片）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532120" cy="3657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120640" cy="329184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有用連結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Arduino IDE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https://www.arduino.cc/en/software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ESP32 Board URL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（見 STEP 2a 嗰條 raw.githubusercontent）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hkbus.app　·　data.etabus.gov.hk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HKO Open Data weather.php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029200"/>
            <a:ext cx="11430000" cy="123444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檔案位置：學造工作室 Google Drive（導師會放本投影片、參考筆記、示例）。
今日目標：紅屏過關 +（能力許可）英文時間／巴士／天氣。中文字型係之後嘅山。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巴士天氣屏 小白逐步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38  / 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