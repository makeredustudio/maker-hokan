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8" r:id="rId30"/>
    <p:sldId id="279" r:id="rId31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80" r:id="rId32"/>
    <p:sldId id="275" r:id="rId27"/>
    <p:sldId id="281" r:id="rId33"/>
    <p:sldId id="276" r:id="rId28"/>
    <p:sldId id="282" r:id="rId34"/>
    <p:sldId id="277" r:id="rId29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v2（2026-10-06 更新）：① esp32 開發板一定要揀 2.0.17（3.x 會 compile 唔到）；② 用 libraries_v2_含ArduinoJson.zip（舊 zip 冇 ArduinoJson）；③ 用 ESP32_BUS_example_v2（271 九龍清真寺往富亨，已用九巴 API 核實；有 WiFi / NTP timeout 提示）。</a:t>
            </a:r>
          </a:p>
          <a:p>
            <a:r>
              <a:t>歡迎！呢份係簡易版：只有三大步，每張一件事。跟住做，唔使識 code 都整到巴士到站屏。舊版有 46 頁太複雜，今次刪走晒手動按掣、改設定檔、逐個裝程式庫嘅步驟。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先講個地圖：三步。第一步裝 Arduino IDE 同 esp32 開發板（版本揀 2.0.17）；第二步將 libraries_v2_含ArduinoJson.zip 解壓到 文件\Arduino；第三步開巴士範例 v2、填 WiFi、上傳，之後用 AI 慢慢改。每步尾有檢查點，過咗先行下一步。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呢個就係成品：九巴紅色頂、下面顯示下幾班車幾點到、仲有幾多分鐘。每 30 秒自動更新。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開始前準備四樣嘢。最常出事係條 USB 線：好多線只可以充電，唔可以傳資料。CYD 原版係 Micro-USB，有啲新版另有 USB-C，要對返手上塊板（活動用嗰批板係邊款，請導師確認）。電腦要 Windows 10/11 64-bit 或 Mac，Chromebook／iPad 用唔到。WiFi 要 2.4G，ESP32 唔識 5G。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第一步：去 Arduino 官網下載 IDE 2.x。有贊助頁可以撳 JUST DOWNLOAD 跳過。Windows 要揀 Windows 版，Mac 揀 macOS 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打開 Preferences：Windows 係 File → Preferences；Mac 係 Arduino IDE → Settings。喺最底 Additional boards manager URLs（紅框）貼入 ESP32 網址，然後撳 OK。圖入面係 Larry 部電腦嘅設定畫面。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撳左邊第二個圖示（開發板管理員），搜尋 esp32，揀 Espressif Systems 嗰個。最重要：撳 INSTALL 之前，喺版本下拉選單揀 2.0.17。最新嘅 3.x 版同 zip 入面嘅 TFT_eSPI 唔夾，會出 'GPIO' was not declared 錯誤（已喺 2026-10-06 實測）。已經裝咗 3.x 嘅：喺同一個位置揀 2.0.17 再撳 INSTALL，IDE 會換返做 2.0.17。之後 IDE 右下角彈「有更新」都唔好撳 UPDATE。下載大約 0.7GB，等幾分鐘係正常，所以最好喺屋企裝好。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→ Board → esp32，喺長長嘅清單入面揀「ESP32 Dev Module」（紅框）。唔好揀 S3、C3、S2 嗰啲，雖然個名好似。其他設定用預設就得。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USB 線駁 CYD 去電腦。如果 Port 清單乜都冇，九成係條線得充電唔傳資料，換一條試。盡量直插電腦，唔好經 USB Hub。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→ Port，揀塊板嘅 Port。Windows 係 COM 幾（例如 COM3）；Mac 係 /dev/cu.usbserial 或 cu.wchusbserial 開頭。唔肯定？拔咗條線睇下邊個消失，插返出現嗰個就係。</a:t>
            </a:r>
          </a:p>
          <a:p>
            <a:r>
              <a:t>完全冇新 Port：先換數據線；Windows 再裝 CH340 驅動（https://www.wch-ic.com/downloads/CH341SER_EXE.html），裝完拔插一次。有啲板用 CP2102，裝置管理員會顯示 Silicon Labs。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大部份 CYD 會自動入下載模式、上傳完自動重啟，撳 IDE 左上角個箭咀（Upload）就得。見到 Done uploading 就代表成功。如果 Output 一直 Connecting……：撳住板上 BOOT 掣，撳一下 RESET（有啲板寫 EN），見到 Writing at 0x… 先放 BOOT。仲唔得就 Tools → Upload Speed 改 115200，或者換線、直插電腦。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第二步：程式庫。用共享雲端入面嘅 libraries_v2_含ArduinoJson.zip（同舊 libraries.zip 一樣，另外加咗 ArduinoJson 7.4.3）。舊 libraries.zip 冇 ArduinoJson，巴士範例會出「ArduinoJson.h: No such file or directory」。TFT_eSPI 嘅 User_Setup.h 已經為呢塊 CYD 改好（ILI9341_2_DRIVER、背光 21），唔使再改。檔案大約 100MB，解壓後約 350MB，最好喺屋企下載同解壓。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libraries_v2_含ArduinoJson.zip 入面頂層只有一個 libraries 資料夾。</a:t>
            </a:r>
          </a:p>
          <a:p>
            <a:r>
              <a:t>Windows：雙擊 zip（檔案總管會好似資料夾咁打開），將入面嘅 libraries 資料夾拖去 文件\Arduino。如果已經有 libraries 資料夾，Windows 會合併，問到同名檔案就揀「取代」。（用「全部解壓縮」都得，但目的地要改做 C:\Users\你個名\Documents\Arduino，並刪走佢自動加嘅 zip 名，否則會多一層。）</a:t>
            </a:r>
          </a:p>
          <a:p>
            <a:r>
              <a:t>Mac：雙擊 zip，下載資料夾會出現 libraries；打開佢，Cmd+A 全選入面所有資料夾，拖入 Documents/Arduino/libraries。如果 Documents/Arduino 入面未有 libraries，就直接將成個 libraries 資料夾拖入 Documents/Arduino。唔好直接用 Finder 將 libraries 拖去覆蓋舊 libraries（Finder 會「取代」成個資料夾，舊庫會冇咗）。</a:t>
            </a:r>
          </a:p>
          <a:p>
            <a:r>
              <a:t>最後打開 libraries 應該直接見到 TFT_eSPI、ArduinoJson 等資料夾。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放好程式庫之後，一定要完全關閉 Arduino IDE 再重新打開，佢先會認到新程式庫。Mac 要 Cmd+Q 真係退出，唔係淨係閂個視窗。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試下個屏得唔得：打開共享雲端 example 資料夾入面嘅 ESP32_test_LCD.ino，直接上傳，唔使改任何嘢。屏幕會順序變紅、綠、藍，之後列出附近嘅 WiFi 名。見到就證明程式庫同螢幕設定都冇問題。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第三步：打開 example 資料夾入面嘅 ESP32_BUS_example_v2 資料夾，再開 ESP32_BUS_example_v2.ino（Arduino 規定資料夾名要同檔名一樣）。第 8、9 行係 WiFi 名同密碼，將 YOUR_WIFI_NAME / YOUR_WIFI_PASSWORD 改做現場或者屋企嘅 WiFi。記住保留引號，大細楷要一樣，WiFi 要 2.4G。未改就上傳，螢幕會顯示 Please set Wi-Fi! 提你。舊版 ESP32_BUS_example.ino 唔好再用。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範例 v2 預設顯示九巴 271 回程（inbound，高鐵西九龍站開往大埔富亨）第 7 站九龍清真寺（YT109）。2026-10-06 用九巴 API 核實：271 去程（O）係由富亨開出，所以舊範例用 O + 第 3 站其實係富善邨總站往西九龍，唔啱。</a:t>
            </a:r>
          </a:p>
          <a:p>
            <a:r>
              <a:t>想改其他路線或車站：第 11 行 ROUTE 係路線號碼；第 12 行 DIRECTION：O 去程、I 回程；第 13 行 STOP_SEQ 係呢個方向第幾個站；第 16–18 行係頂部顯示嘅文字。</a:t>
            </a:r>
          </a:p>
          <a:p>
            <a:r>
              <a:t>點搵站序：瀏覽器開 https://data.etabus.gov.hk/v1/transport/kmb/route-stop/271/inbound/1（去程用 outbound），逐個 stop ID 用 https://data.etabus.gov.hk/v1/transport/kmb/stop/&lt;stop ID&gt; 睇站名。唔想自己改？下一步交俾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撳 Upload。上傳完，屏幕會順序顯示 Connecting to Wi-Fi、Syncing Time (NTP)，之後就見到巴士到站時間。v2 有 timeout：WiFi 20 秒連唔到會顯示 Wi-Fi failed!（之後自動再試）；NTP 10 秒對唔到時會顯示 NTP failed，照樣顯示班次時間，但「幾多分鐘」會變 -- min。想睇詳細情況：Tools → Serial Monitor，右下角揀 115200 baud。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而家開始 Vibe Coding：用 ChatGPT、Gemini、Claude 或者 Grok 都得。秘訣係將成份已經行到嘅 code 貼俾 AI，講清楚塊板係咩、想改咩。因為佢由一份識行嘅 code 開始改，會準好多，唔會亂作腳位同設定。每次只改一樣嘢，上傳試咗先再改下一樣。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三個可以直接抄嘅提示句。第一個換路線車站；第二個改畫面；第三個出錯時用：將 IDE 或 Serial Monitor 嘅錯誤訊息都貼埋俾 AI。注意：貼 code 俾 AI 前，可以先將 WiFi 密碼改做 xxxx，保護私隱，收返 code 後再填返。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上傳同 compile 問題。一：冇 Port，換數據線、直插電腦，Windows 裝 CH340 驅動（https://www.wch-ic.com/downloads/CH341SER_EXE.html）。二：一直 Connecting…，撳住 BOOT 撳一下 RESET，見到 Writing 先放，或者 Upload Speed 改 115200。三：ArduinoJson.h: No such file or directory = 用咗舊 libraries.zip，換 v2 zip（或者 Library Manager 裝 ArduinoJson）。四：'GPIO' was not declared in this scope = esp32 開發板裝咗 3.x，換返 2.0.17。五：黑屏或畫面亂，多數係舊 TFT_eSPI 仲喺度或 zip 放錯位，libraries 入面只可以有一份 TFT_eSPI，然後重開 IDE。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最後：學造精神係 Tinkering —— 自己動手、改一樣、試一次、錯咗再改。AI 同導師係幫手，唔係代你做。由一份識行嘅範例開始，慢慢變成你自己嘅巴士屏。搞掂嗰一下嘅開心，就係 Tinker's High！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課前清單（建議活動前幾日 send 俾參加者）。esp32 2.0.17 下載約 0.7GB、zip 約 100MB，現場 WiFi 頂唔順幾十人一齊下載，一定要喺屋企做好。CH340 驅動官方下載：Windows https://www.wch-ic.com/downloads/CH341SER_EXE.html；Mac 大部份新版 macOS 已內置，冇 Port 先裝 https://www.wch-ic.com/downloads/CH34XSER_MAC_ZIP.html。CYD 插口：原版 ESP32-2432S028R 係 Micro-USB，有啲新批次另有 USB-C——請導師對返活動用嗰批板再話俾參加者知。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三段錄影放喺 自我學習材料 資料夾（https://drive.google.com/drive/folders/1bWWiPXfJ0cSihMqSr1e24ln11XNWRqOO）。檔案好大（共約 1GB），建議喺屋企用 WiFi 睇。注意：影片係 v2 之前錄嘅，如果步驟同呢份 v2 投影片唔同（例如 esp32 版本、zip 名、巴士範例檔名），以 v2 投影片為準。（製作 v2 時未逐段核對影片內容。）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硬件卡：每次開新對話，第一句先貼呢段，AI 先唔會估錯板、亂改腳位或者叫你裝一堆程式庫。觸控用 XPT2046，腳位同螢幕分開（CLK25 MOSI32 MISO39 CS33 IRQ36），要另外用 Library Manager 裝 XPT2046_Touchscreen（zip 冇），TFT_eSPI 內置觸控喺呢塊板用唔到。RGB LED 係 LOW 先著（共陽）。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天氣用香港天文台開放數據（免費、唔使 key）。rhrread 係現況，lang=en 嘅 place 用 "Hong Kong Observatory"（英文，螢幕預設字型顯示到）；預報高低溫可以用 dataType=fnd（weatherForecast[0] 嘅 forecastMaxtemp / forecastMintemp）。2026-10-06 已試過兩條 API 都有資料。</a:t>
            </a:r>
          </a:p>
          <a:p>
            <a:r>
              <a:t>分享 AI 對話：各 AI 嘅介面唔同，一般係對話右上角「分享／Share」→ 建立連結 → 複製。分享前檢查對話入面冇 WiFi 密碼。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WiFi 同巴士問題。一：Wi-Fi failed!，檢查 WiFi 名、密碼大細楷、要 2.4G，現場問導師用邊個 WiFi。二：NTP failed，有啲訪客網絡封咗對時，v2 會照顯示班次時間但冇「幾多分鐘」，可以換手機熱點試。三：自己不停重啟，Serial Monitor 見到 Brownout detector was triggered，係供電唔夠，換 USB 口或換條線，唔好經 USB Hub。四：No Scheduled Bus，可能嗰陣真係冇車（例如深夜），或者 DIRECTION / STOP_SEQ 唔啱，睇 Serial Monitor。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「Maker 補完計劃」要收四樣素材：作品相片、AI 對話連結、Source code、DIY 心得。注意：而家 ESP32-2432S028R Arduino 資料夾嘅公開連結只可以「檢視」，參加者要有上傳權限（或者另開一個收件用嘅 Google 表單／資料夾）先上傳到，請 Larry 活動前安排。意見表連結待補。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時間表按 14:00–17:00 編排（15/30/25/35/50/25 分鐘）。檢查環境嗰 30 分鐘最易超時，未喺屋企裝好 2.0.17 嘅參加者可以用 USB 手指入面嘅安裝檔。巡場次序：線 → Port → 版本 → 庫 → WiFi，由最常見同最易查嘅開始。助教人數 1:5–6 只係建議。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開場前一定要用一塊 CYD 喺現場 WiFi 行一次巴士範例 v2，確認 WiFi、NTP、九巴 API 都通。iPhone 熱點要開「最大化相容性」先會用 2.4G。有啲訪客網絡要登入網頁（captive portal），ESP32 連唔到；亦有啲會封 NTP。後備物資方面，USB 手指入面放：Arduino IDE 安裝檔（Windows／Mac）、CH340 驅動、libraries_v2_含ArduinoJson.zip、兩個範例。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wch-ic.com/downloads/CH341SER_EXE.html" TargetMode="External"/><Relationship Id="rId4" Type="http://schemas.openxmlformats.org/officeDocument/2006/relationships/hyperlink" Target="https://www.wch-ic.com/downloads/CH34XSER_MAC_ZIP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rive.google.com/file/d/1qQe4mUIlKCkzbTDBL7lwbojkTqQaTiiJ/view" TargetMode="External"/><Relationship Id="rId4" Type="http://schemas.openxmlformats.org/officeDocument/2006/relationships/hyperlink" Target="https://drive.google.com/file/d/1k6ZupvLAb9791R-f-0Y31ZMCWm8mHBMZ/view" TargetMode="External"/><Relationship Id="rId5" Type="http://schemas.openxmlformats.org/officeDocument/2006/relationships/hyperlink" Target="https://drive.google.com/file/d/1dBvQ9MqjF0tl0FTK0TOPmniIqGVlJZKU/view" TargetMode="External"/><Relationship Id="rId6" Type="http://schemas.openxmlformats.org/officeDocument/2006/relationships/hyperlink" Target="https://drive.google.com/drive/folders/1bWWiPXfJ0cSihMqSr1e24ln11XNWRqOO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rive.google.com/drive/folders/1Bd0uIaV3iG92XOAv06ILY60M6JMFscUb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學造工作室  ·  自我學習材料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CYD 巴士到站屏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簡易版 v2：三步搞掂 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ESP32-2432S028R（CYD「黃色板」）· 2.8 吋屏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① 裝軟件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② 放程式庫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巴士屏 +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  / 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今日路線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三步就得，唔使驚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① 裝軟件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Arduino 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+ esp32 2.0.17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+ 揀板同 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② 放程式庫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解壓 v2 zip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到 文件\Arduino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重開 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巴士屏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開範例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填 WiFi → 上傳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再叫 AI 幫你改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每一步尾都有 ✅ 檢查點 —— 過咗先行下一步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  / 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成品預覽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整完係咁樣 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293" y="1298448"/>
            <a:ext cx="7160133" cy="5175504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s-stop-scr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45" y="1371600"/>
            <a:ext cx="7013829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102E"/>
                </a:solidFill>
                <a:latin typeface="Noto Sans CJK HK"/>
                <a:ea typeface="Noto Sans CJK HK"/>
                <a:cs typeface="Noto Sans CJK HK"/>
              </a:rPr>
              <a:t>🚌 九巴紅色頂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🕒 下三班車幾點到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⏳ 仲有幾多分鐘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🔄 每 30 秒自動更新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5  / 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開始前準備四樣嘢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78308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CYD 黃色板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51460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ESP32-2432S028R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8308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USB 數據線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51460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要傳資料；Micro-USB 或 USB-C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977639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電腦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70916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Win 10/11 64-bit 或 Mac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977639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 名同密碼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70916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要 2.4G（唔係 5G）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6  / 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1-1  下載 Arduino 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https://www.arduino.cc/en/software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揀 Windows 或 macOS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撳「JUST DOWNLOAD」（唔使捐錢）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③ 裝好，打開佢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7  / 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1-2  貼 ESP32 網址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331956"/>
            <a:ext cx="7644383" cy="5062766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fer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5108"/>
            <a:ext cx="7498079" cy="49164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7234" y="4935850"/>
            <a:ext cx="7023517" cy="303719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55348" y="5562272"/>
            <a:ext cx="683369" cy="32270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點開？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Win：File → Preferences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Mac：Arduino IDE → Settings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紅框貼呢條：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raw.githubusercontent.com/espressif/arduino-esp32/gh-pages/package_esp32_index.json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最後撳 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8  / 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1-3  安裝 esp32 開發板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766560" cy="4023360"/>
          </a:xfrm>
          <a:prstGeom prst="roundRect">
            <a:avLst>
              <a:gd name="adj" fmla="val 4000"/>
            </a:avLst>
          </a:prstGeom>
          <a:solidFill>
            <a:srgbClr val="171A1F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BOARDS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6217920" cy="548640"/>
          </a:xfrm>
          <a:prstGeom prst="roundRect">
            <a:avLst>
              <a:gd name="adj" fmla="val 10000"/>
            </a:avLst>
          </a:prstGeom>
          <a:solidFill>
            <a:srgbClr val="11141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85216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🔍  esp32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6217920" cy="2286000"/>
          </a:xfrm>
          <a:prstGeom prst="roundRect">
            <a:avLst>
              <a:gd name="adj" fmla="val 5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57607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by Espressif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343400"/>
            <a:ext cx="2011680" cy="594360"/>
          </a:xfrm>
          <a:prstGeom prst="roundRect">
            <a:avLst>
              <a:gd name="adj" fmla="val 20000"/>
            </a:avLst>
          </a:prstGeom>
          <a:solidFill>
            <a:srgbClr val="00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43400"/>
            <a:ext cx="2011680" cy="5943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63040"/>
            <a:ext cx="4114800" cy="40233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737360"/>
            <a:ext cx="3657600" cy="35661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撳左邊「開發板」圖示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搜 esp32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③ 揀 Espressif Systems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④ 版本揀 </a:t>
            </a: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2.0.17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⑤ 撳 INSTALL，等佢裝完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⚠️ 唔好揀「Arduino ESP32 Boards」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（示意圖）</a:t>
            </a:r>
            <a:r>
              <a:rPr sz="16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⚠️ 唔好裝 3.x，程式庫會 compile 唔到　</a:t>
            </a: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已裝 3.x？揀 2.0.17 → 撳 INSTALL 就換版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9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246120" y="434340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3246120" y="4343400"/>
            <a:ext cx="2103120" cy="5943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2.0.17  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1-4  揀「ESP32 Dev Module」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300153"/>
            <a:ext cx="7644383" cy="5126372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P32_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3305"/>
            <a:ext cx="7498079" cy="49800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6087" y="3089284"/>
            <a:ext cx="7348864" cy="50360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點揀？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→ Board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→ esp32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→ ESP32 Dev Module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⚠️ 唔係 S3 / C3 / S2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其他設定：用預設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10  / 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1-5  用「數據線」駁電腦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0070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520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✅ 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5206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可以傳資料嘅 USB 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直插電腦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463040"/>
            <a:ext cx="560070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9380" y="1737360"/>
            <a:ext cx="50520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❌ 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9380" y="2560320"/>
            <a:ext cx="505206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淨係充電嘅線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電腦搵唔到塊板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💡 冇 Port？第一件事：換條線試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11  / 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1-6  揀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766560" cy="3931920"/>
          </a:xfrm>
          <a:prstGeom prst="roundRect">
            <a:avLst>
              <a:gd name="adj" fmla="val 4000"/>
            </a:avLst>
          </a:prstGeom>
          <a:solidFill>
            <a:srgbClr val="171A1F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Tools  →  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COM1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COM3  ← 塊板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/dev/cu.usbserial-xxxx (Mac)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6304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657600" cy="34747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Windows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COM3、COM5…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Mac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cu.usbserial…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唔肯定？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拔線 → 睇邊個消失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（示意圖）</a:t>
            </a:r>
            <a:r>
              <a:rPr sz="16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完全冇新 Port？Windows 裝 CH340 驅動（見課前清單）· Mac 搵 cu.wchusbserial / cu.usbserial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12  / 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1-7  上傳：撳箭咀就得 ➡️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120640" cy="14630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0" b="0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4754880" cy="2240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 Upload（通常唔使撳掣）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一直 Connecting…？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撳住 BOOT → 撳一下 RESET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見到 Writing 先放手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仲唔得：Upload Speed 改 115200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6035040" cy="393192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64592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Output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>Writing at 0x000f4000... (100 %)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>Wrote ... bytes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0B429"/>
                </a:solidFill>
                <a:latin typeface="DejaVu Sans Mono"/>
                <a:ea typeface="Noto Sans CJK HK"/>
                <a:cs typeface="DejaVu Sans Mono"/>
              </a:rPr>
              <a:t>Hard resetting via RTS pin...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/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3EE0A0"/>
                </a:solidFill>
                <a:latin typeface="DejaVu Sans Mono"/>
                <a:ea typeface="Noto Sans CJK HK"/>
                <a:cs typeface="DejaVu Sans Mono"/>
              </a:rPr>
              <a:t>見到呢啲 = 成功 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✅ 檢查點：IDE 開到、esp32 裝咗、揀咗 ESP32 Dev Module 同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13  / 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2-1  下載 libraries_v2 zip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13716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📦  共享雲端：ESP32-2432S028R Arduino › libraries_v2_含ArduinoJson.zip（約 100MB）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已包晒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TFT_eSPI 2.4.61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+ ArduinoJson 7.4.3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舊 libraries.zip 冇 ArduinoJson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已改好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螢幕設定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（User_Setup.h）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專為呢塊 CYD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你要做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解壓 → 放好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重開 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就完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14  / 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2-2  解壓到「文件 \ Arduino」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🪟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955279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雙擊 zip → 將入面嘅 libraries 資料夾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拖去 文件 \ Arduino（問取代就揀「取代」）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🍎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7955279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雙擊 zip 解壓 → 打開 libraries 資料夾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全選入面資料夾 → 拖入 Documents / Arduino /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406640" cy="2011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結果：文件\Arduino\libraries\TFT_eSPI、ArduinoJson…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✘ 唔好變成 libraries \ libraries（zip 入面已經有一層）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💡 Arduino 資料夾喺邊？Preferences 最頂「Sketchbook location」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15  /  30</a:t>
            </a:r>
          </a:p>
        </p:txBody>
      </p:sp>
      <p:sp>
        <p:nvSpPr>
          <p:cNvPr id="14" name="Rounded 14"/>
          <p:cNvSpPr/>
          <p:nvPr/>
        </p:nvSpPr>
        <p:spPr>
          <a:xfrm>
            <a:off x="8183879" y="4434840"/>
            <a:ext cx="3611880" cy="201168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 w="15875">
            <a:solidFill>
              <a:srgbClr val="F0B42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5"/>
          <p:cNvSpPr txBox="1"/>
          <p:nvPr/>
        </p:nvSpPr>
        <p:spPr>
          <a:xfrm>
            <a:off x="8321040" y="4434840"/>
            <a:ext cx="333756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截圖待補：解壓後 文件\Arduino\libraries 入面見到 TFT_eSPI、ArduinoJson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2-3  重開 Arduino IDE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11430000" cy="14630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關咗佢，再開過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唔重開 → IDE 認唔到新程式庫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Mac：Cmd + Q 真正退出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16  / 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2-4  試屏：ESP32_test_LCD.ino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113385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 example › ESP32_test_LCD.ino → 直接上傳（唔使改）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20C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418"/>
                </a:solidFill>
                <a:latin typeface="Noto Sans CJK HK"/>
                <a:ea typeface="Noto Sans CJK HK"/>
                <a:cs typeface="Noto Sans CJK HK"/>
              </a:rPr>
              <a:t>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205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1141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65176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WiFi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Networks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Found: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紅 → 綠 → 藍 → 附近 WiFi 名單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✅ 檢查點：見到紅綠藍 + WiFi 名單 = 第 2 步完成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17  / 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3-1  開範例，填你嘅 WiFi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113385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 example › ESP32_BUS_example_v2 › ESP32_BUS_example_v2.ino，搵第 8–9 行：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11430000" cy="210312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// ① 你要改嘅設定（只改呢度）</a:t>
            </a:r>
          </a:p>
          <a:p>
            <a:pPr>
              <a:spcAft>
                <a:spcPts val="400"/>
              </a:spcAft>
            </a:pPr>
            <a:r>
              <a:rPr sz="23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const char* WIFI_SSID     = "YOUR_WIFI_NAME";</a:t>
            </a:r>
          </a:p>
          <a:p>
            <a:pPr>
              <a:spcAft>
                <a:spcPts val="400"/>
              </a:spcAft>
            </a:pPr>
            <a:r>
              <a:rPr sz="23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const char* WIFI_PASSWORD = "YOUR_WIFI_PASSWORD";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1155680" cy="12801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只改引號入面嘅英文字，引號要保留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大細楷要啱 · WiFi 要 2.4G · 未改就上傳，屏會出「Please set Wi-Fi!」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18  / 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3-2  想換路線／車站？（可選）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11 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ROUTE = "271"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路線號碼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87168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12 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87168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DIRECTION = "I"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487168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O 去程 · I 回程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11296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1296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13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11296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STOP_SEQ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11296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呢個方向第幾個站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35424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35424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16–18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35424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TITLE_TEXT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35424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頂部顯示文字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預設：九巴 271 回程（高鐵西九龍 → 大埔富亨）第 7 站 九龍清真寺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唔想自己改？交俾 AI 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19  / 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3-3  上傳，睇住個屏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Connecting 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Wi-Fi...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554480"/>
            <a:ext cx="54864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Syncing 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(NTP)...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54864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🚌 到站時間！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03320"/>
            <a:ext cx="11430000" cy="178308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109728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Tools → Serial Monitor → 115200 baud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[WiFi] Connected!   [NTP] Ready!   [KMB] 收到 N 項資料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[KMB] 第 7 站 往 TAI PO (FU HENG)  ETA 2026-10-10T14:32:00+08:00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✅ 檢查點：屏幕見到巴士到站時間 = 第 3 步完成 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20  / 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3-4  叫 AI 幫你改：貼晒成份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喺 IDE 按 Ctrl+A（Mac：Cmd+A）全選，複製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1460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貼俾 AI，講明：「呢份已經行到」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6616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講你想改咩 —— 每次一樣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617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要佢俾返「完整」程式碼 → 成份貼返 → 上傳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💡 由識行嘅 code 開始改 → AI 準好多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21  / 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3-6  提示句例子（照抄再改）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換站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63040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以下係我喺 CYD（ESP32-2432S028R）行到嘅完整程式碼。WiFi 同螢幕設定唔好改，請幫我改做顯示九巴 ___ 線、___ 站。請俾返完整程式碼。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52928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52928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改畫面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44368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呢份 code 已經行到。請將頂部加一個時鐘，其他唔好改。請俾返完整程式碼。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34256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出錯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25696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我上傳後出現以下錯誤：［貼錯誤］。以下係完整程式碼，請搵原因，只改最少嘅地方。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🔒 貼 code 前，將 WiFi 名同密碼改做 xxxx · 每次連「硬件卡」一齊貼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23  / 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卡住先睇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常見問題（1）：上傳同 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25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640080" y="1325880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冇 Port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2080" y="132588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換數據線、直插電腦 → Windows 裝 CH340 驅動（見課前清單）</a:t>
            </a:r>
          </a:p>
        </p:txBody>
      </p:sp>
      <p:sp>
        <p:nvSpPr>
          <p:cNvPr id="22" name="Rounded 22"/>
          <p:cNvSpPr/>
          <p:nvPr/>
        </p:nvSpPr>
        <p:spPr>
          <a:xfrm>
            <a:off x="365760" y="2350008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640080" y="2350008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一直 Connecting…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12080" y="2350008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撳住 BOOT → 撳一下 RESET → 見到 Writing 先放；Upload Speed 改 115200</a:t>
            </a:r>
          </a:p>
        </p:txBody>
      </p:sp>
      <p:sp>
        <p:nvSpPr>
          <p:cNvPr id="25" name="Rounded 25"/>
          <p:cNvSpPr/>
          <p:nvPr/>
        </p:nvSpPr>
        <p:spPr>
          <a:xfrm>
            <a:off x="365760" y="3374136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6"/>
          <p:cNvSpPr txBox="1"/>
          <p:nvPr/>
        </p:nvSpPr>
        <p:spPr>
          <a:xfrm>
            <a:off x="640080" y="3374136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ArduinoJson.h: No such file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2080" y="3374136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用咗舊 zip → 換 libraries_v2_含ArduinoJson.zip</a:t>
            </a:r>
          </a:p>
        </p:txBody>
      </p:sp>
      <p:sp>
        <p:nvSpPr>
          <p:cNvPr id="28" name="Rounded 28"/>
          <p:cNvSpPr/>
          <p:nvPr/>
        </p:nvSpPr>
        <p:spPr>
          <a:xfrm>
            <a:off x="365760" y="4398264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9"/>
          <p:cNvSpPr txBox="1"/>
          <p:nvPr/>
        </p:nvSpPr>
        <p:spPr>
          <a:xfrm>
            <a:off x="640080" y="4398264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'GPIO' was not declared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12080" y="4398264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 版本太新（3.x）→ 開發板管理員揀 2.0.17 再 INSTALL</a:t>
            </a:r>
          </a:p>
        </p:txBody>
      </p:sp>
      <p:sp>
        <p:nvSpPr>
          <p:cNvPr id="31" name="Rounded 31"/>
          <p:cNvSpPr/>
          <p:nvPr/>
        </p:nvSpPr>
        <p:spPr>
          <a:xfrm>
            <a:off x="365760" y="5422392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2"/>
          <p:cNvSpPr txBox="1"/>
          <p:nvPr/>
        </p:nvSpPr>
        <p:spPr>
          <a:xfrm>
            <a:off x="640080" y="5422392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黑屏／畫面亂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12080" y="5422392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libraries 入面只可以有一份 TFT_eSPI → 重開 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學造精神  ·  Tinkering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改一樣 → 試一次 → 再改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錯咗好正常，咁先學到嘢 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🔧 自己動手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🤖 AI 係幫手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🎉 Tinker's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卡住？返上一個檢查點，問同伴、問導師、問 AI。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27  / 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課前 · 星期六前喺屋企做好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課前清單：出發前剔晒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5623560" cy="51206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20"/>
          <p:cNvSpPr/>
          <p:nvPr/>
        </p:nvSpPr>
        <p:spPr>
          <a:xfrm>
            <a:off x="6172200" y="1325880"/>
            <a:ext cx="5623560" cy="51206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1"/>
          <p:cNvSpPr txBox="1"/>
          <p:nvPr/>
        </p:nvSpPr>
        <p:spPr>
          <a:xfrm>
            <a:off x="640080" y="1463040"/>
            <a:ext cx="5120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🎒 帶齊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" y="2057400"/>
            <a:ext cx="5120640" cy="4297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💻 手提電腦 + 火牛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Windows 10/11 64-bit 或 Mac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Chromebook／iPad 用唔到；公司電腦要有權限裝驅動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🔌 USB 數據線（唔係淨充電）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CYD 原版係 Micro-USB，有啲新版有 USB-C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對返你塊板帶啱嗰條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🤖 AI 帳戶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ChatGPT／Gemini／Claude／Grok 都得，要識分享對話連結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6520" y="1463040"/>
            <a:ext cx="5120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🏠 喺屋企裝好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6520" y="2057400"/>
            <a:ext cx="5120640" cy="4297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Arduino IDE 2.x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esp32 by Espressif：揀 </a:t>
            </a: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2.0.17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唔好裝 3.x，亦唔好撳 UPDATE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③ 下載 libraries_v2_含ArduinoJson.zip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解壓到 文件\Arduino（見 2-2）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④ Windows 裝 CH340 驅動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  <a:hlinkClick r:id="rId3"/>
              </a:rPr>
              <a:t>wch-ic.com/downloads/CH341SER_EXE.html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  <a:hlinkClick r:id="rId4"/>
              </a:rPr>
              <a:t>Mac 多數已內置，冇 Port 先裝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⑤ 開 ESP32_test_LCD.ino 撳 ✓ Verify 冇紅字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課前 · 預習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預習影片（共享雲端 › 自我學習材料）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4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41732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640080" y="1417320"/>
            <a:ext cx="2011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▶ Part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43200" y="1417320"/>
            <a:ext cx="8869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  <a:hlinkClick r:id="rId3"/>
              </a:rPr>
              <a:t>Add ESP32 in Arduino（約 190MB）</a:t>
            </a:r>
          </a:p>
        </p:txBody>
      </p:sp>
      <p:sp>
        <p:nvSpPr>
          <p:cNvPr id="22" name="Rounded 22"/>
          <p:cNvSpPr/>
          <p:nvPr/>
        </p:nvSpPr>
        <p:spPr>
          <a:xfrm>
            <a:off x="365760" y="251460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640080" y="2514600"/>
            <a:ext cx="2011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▶ Part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43200" y="2514600"/>
            <a:ext cx="8869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  <a:hlinkClick r:id="rId4"/>
              </a:rPr>
              <a:t>Add lib and ESP32 config（約 570MB）</a:t>
            </a:r>
          </a:p>
        </p:txBody>
      </p:sp>
      <p:sp>
        <p:nvSpPr>
          <p:cNvPr id="25" name="Rounded 25"/>
          <p:cNvSpPr/>
          <p:nvPr/>
        </p:nvSpPr>
        <p:spPr>
          <a:xfrm>
            <a:off x="365760" y="361188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6"/>
          <p:cNvSpPr txBox="1"/>
          <p:nvPr/>
        </p:nvSpPr>
        <p:spPr>
          <a:xfrm>
            <a:off x="640080" y="3611880"/>
            <a:ext cx="2011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▶ Part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43200" y="3611880"/>
            <a:ext cx="8869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  <a:hlinkClick r:id="rId5"/>
              </a:rPr>
              <a:t>巴士站牌 AI vibe coding 顯示（約 260MB）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5760" y="4800600"/>
            <a:ext cx="1143000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📁 成個資料夾：</a:t>
            </a: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  <a:hlinkClick r:id="rId6"/>
              </a:rPr>
              <a:t>自我學習材料</a:t>
            </a:r>
          </a:p>
        </p:txBody>
      </p:sp>
      <p:sp>
        <p:nvSpPr>
          <p:cNvPr id="29" name="Rounded 29"/>
          <p:cNvSpPr/>
          <p:nvPr/>
        </p:nvSpPr>
        <p:spPr>
          <a:xfrm>
            <a:off x="365760" y="5486400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30"/>
          <p:cNvSpPr txBox="1"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⚠️ 片入面步驟如果同呢份 v2 唔同，以 v2 為準（esp32 揀 2.0.17、用 v2 zip、用巴士範例 v2）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3-5  硬件卡：每次問 AI 先貼呢段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22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11430000" cy="4572000"/>
          </a:xfrm>
          <a:prstGeom prst="roundRect">
            <a:avLst>
              <a:gd name="adj" fmla="val 10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640080" y="1508760"/>
            <a:ext cx="10972800" cy="4297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Noto Sans Mono CJK HK"/>
                <a:ea typeface="Noto Sans Mono CJK HK"/>
                <a:cs typeface="Noto Sans Mono CJK HK"/>
              </a:rPr>
              <a:t>【硬件卡 — 請照用，唔好估】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板：ESP32-2432S028R（CYD），2.8" ILI9341 320×240，setRotation(1) 橫向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環境：Arduino IDE，esp32 core 2.0.17，板型 ESP32 Dev Module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程式庫：TFT_eSPI 2.4.61（User_Setup.h 已設定好，唔好改）+ ArduinoJson 7.4.3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唔好叫我裝其他程式庫（觸控除外）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背光 GPIO21（HIGH 著）；RGB LED R=4 G=16 B=17（LOW 先著）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觸控 XPT2046 獨立腳位：CLK=25 MOSI=32 MISO=39 CS=33 IRQ=36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　→ 要用 XPT2046_Touchscreen 庫（zip 冇，要另外裝）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8B0BC"/>
                </a:solidFill>
                <a:latin typeface="Noto Sans Mono CJK HK"/>
                <a:ea typeface="Noto Sans Mono CJK HK"/>
                <a:cs typeface="Noto Sans Mono CJK HK"/>
              </a:rPr>
              <a:t>請每次俾返完整程式碼，加繁體中文註解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🔒 貼 code 之前，將 WiFi 名同密碼改做 xxxx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3-7  加天氣 + 分享 AI 對話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24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11430000" cy="27432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548640" y="1325880"/>
            <a:ext cx="1463040" cy="2743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天氣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03120" y="1417320"/>
            <a:ext cx="9509760" cy="25603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（先貼硬件卡）呢份巴士屏 code 已經行到。請用香港天文台開放數據加一格現時氣溫：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B429"/>
                </a:solidFill>
                <a:latin typeface="Noto Sans Mono CJK HK"/>
                <a:ea typeface="Noto Sans Mono CJK HK"/>
                <a:cs typeface="Noto Sans Mono CJK HK"/>
              </a:rPr>
              <a:t>https://data.weather.gov.hk/weatherAPI/opendata/weather.php?dataType=rhrread&amp;lang=en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喺 temperature.data 搵 place = "Hong Kong Observatory" 嘅 value，顯示做「26°C」。每 10 分鐘先拎一次，用 ArduinoJson filter，巴士部分唔好改。請俾返完整程式碼。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22" name="Rounded 22"/>
          <p:cNvSpPr/>
          <p:nvPr/>
        </p:nvSpPr>
        <p:spPr>
          <a:xfrm>
            <a:off x="365760" y="4206240"/>
            <a:ext cx="11430000" cy="22402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548640" y="4206240"/>
            <a:ext cx="1463040" cy="2240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分享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03120" y="4297680"/>
            <a:ext cx="9509760" cy="21031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對話右上角搵「分享／Share」→ 建立連結 → 複製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收工時連同相片、code、心得一齊上傳（見收工頁）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分享前睇清楚：對話入面冇 WiFi 密碼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卡住先睇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常見問題（2）：WiFi、時間、巴士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26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41732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640080" y="1417320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Wi-Fi failed!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2080" y="141732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 名／密碼（大細楷）、要 2.4G；現場問導師用邊個 WiFi</a:t>
            </a:r>
          </a:p>
        </p:txBody>
      </p:sp>
      <p:sp>
        <p:nvSpPr>
          <p:cNvPr id="22" name="Rounded 22"/>
          <p:cNvSpPr/>
          <p:nvPr/>
        </p:nvSpPr>
        <p:spPr>
          <a:xfrm>
            <a:off x="365760" y="2606039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640080" y="2606039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NTP failed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12080" y="2606039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網絡封咗對時 → 照顯示班次但冇「幾多分鐘」；可換手機熱點試</a:t>
            </a:r>
          </a:p>
        </p:txBody>
      </p:sp>
      <p:sp>
        <p:nvSpPr>
          <p:cNvPr id="25" name="Rounded 25"/>
          <p:cNvSpPr/>
          <p:nvPr/>
        </p:nvSpPr>
        <p:spPr>
          <a:xfrm>
            <a:off x="365760" y="3794759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6"/>
          <p:cNvSpPr txBox="1"/>
          <p:nvPr/>
        </p:nvSpPr>
        <p:spPr>
          <a:xfrm>
            <a:off x="640080" y="3794759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自己重啟／Brownout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2080" y="3794759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Serial 見 Brownout detector → 換 USB 口／換線，唔好經 USB Hub</a:t>
            </a:r>
          </a:p>
        </p:txBody>
      </p:sp>
      <p:sp>
        <p:nvSpPr>
          <p:cNvPr id="28" name="Rounded 28"/>
          <p:cNvSpPr/>
          <p:nvPr/>
        </p:nvSpPr>
        <p:spPr>
          <a:xfrm>
            <a:off x="365760" y="4983479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9"/>
          <p:cNvSpPr txBox="1"/>
          <p:nvPr/>
        </p:nvSpPr>
        <p:spPr>
          <a:xfrm>
            <a:off x="640080" y="4983479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No Scheduled Bus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12080" y="4983479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可能真係冇車（深夜）；或 DIRECTION／STOP_SEQ 唔啱 → 睇 Serial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收工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收工前：上傳四樣嘢 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28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457200" y="1325880"/>
            <a:ext cx="2560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📸 作品相片</a:t>
            </a:r>
          </a:p>
        </p:txBody>
      </p:sp>
      <p:sp>
        <p:nvSpPr>
          <p:cNvPr id="21" name="Rounded 21"/>
          <p:cNvSpPr/>
          <p:nvPr/>
        </p:nvSpPr>
        <p:spPr>
          <a:xfrm>
            <a:off x="3264408" y="13258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2"/>
          <p:cNvSpPr txBox="1"/>
          <p:nvPr/>
        </p:nvSpPr>
        <p:spPr>
          <a:xfrm>
            <a:off x="3355848" y="1325880"/>
            <a:ext cx="2560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💬 AI 對話連結</a:t>
            </a:r>
          </a:p>
        </p:txBody>
      </p:sp>
      <p:sp>
        <p:nvSpPr>
          <p:cNvPr id="23" name="Rounded 23"/>
          <p:cNvSpPr/>
          <p:nvPr/>
        </p:nvSpPr>
        <p:spPr>
          <a:xfrm>
            <a:off x="6163056" y="13258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4"/>
          <p:cNvSpPr txBox="1"/>
          <p:nvPr/>
        </p:nvSpPr>
        <p:spPr>
          <a:xfrm>
            <a:off x="6254496" y="1325880"/>
            <a:ext cx="2560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💻 Source code (.ino)</a:t>
            </a:r>
          </a:p>
        </p:txBody>
      </p:sp>
      <p:sp>
        <p:nvSpPr>
          <p:cNvPr id="25" name="Rounded 25"/>
          <p:cNvSpPr/>
          <p:nvPr/>
        </p:nvSpPr>
        <p:spPr>
          <a:xfrm>
            <a:off x="9061704" y="13258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6"/>
          <p:cNvSpPr txBox="1"/>
          <p:nvPr/>
        </p:nvSpPr>
        <p:spPr>
          <a:xfrm>
            <a:off x="9153144" y="1325880"/>
            <a:ext cx="2560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✍️ DIY 心得</a:t>
            </a:r>
          </a:p>
        </p:txBody>
      </p:sp>
      <p:sp>
        <p:nvSpPr>
          <p:cNvPr id="27" name="Rounded 27"/>
          <p:cNvSpPr/>
          <p:nvPr/>
        </p:nvSpPr>
        <p:spPr>
          <a:xfrm>
            <a:off x="365760" y="2606040"/>
            <a:ext cx="11430000" cy="16002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8"/>
          <p:cNvSpPr txBox="1"/>
          <p:nvPr/>
        </p:nvSpPr>
        <p:spPr>
          <a:xfrm>
            <a:off x="640080" y="2651760"/>
            <a:ext cx="10972800" cy="15087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上傳去：</a:t>
            </a: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  <a:hlinkClick r:id="rId3"/>
              </a:rPr>
              <a:t>共享雲端 › ESP32-2432S028R Arduino › 創作分享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資料夾命名：</a:t>
            </a: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日期_姓名_作品名</a:t>
            </a: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　例：20261010_陳大文_271巴士屏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🔒 上傳前將 code 入面嘅 WiFi 名同密碼改做 xxxx</a:t>
            </a:r>
          </a:p>
        </p:txBody>
      </p:sp>
      <p:sp>
        <p:nvSpPr>
          <p:cNvPr id="29" name="Rounded 29"/>
          <p:cNvSpPr/>
          <p:nvPr/>
        </p:nvSpPr>
        <p:spPr>
          <a:xfrm>
            <a:off x="365760" y="4389120"/>
            <a:ext cx="5623560" cy="2057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30"/>
          <p:cNvSpPr txBox="1"/>
          <p:nvPr/>
        </p:nvSpPr>
        <p:spPr>
          <a:xfrm>
            <a:off x="640080" y="4480560"/>
            <a:ext cx="5120640" cy="192024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📅 第二部份：10/31（六）5–8pm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FabLab 土瓜灣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帶返塊屏，現場完成作品，之後喺 Maker 聚會分享</a:t>
            </a:r>
          </a:p>
        </p:txBody>
      </p:sp>
      <p:sp>
        <p:nvSpPr>
          <p:cNvPr id="31" name="Rounded 31"/>
          <p:cNvSpPr/>
          <p:nvPr/>
        </p:nvSpPr>
        <p:spPr>
          <a:xfrm>
            <a:off x="6172200" y="4389120"/>
            <a:ext cx="5623560" cy="2057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2"/>
          <p:cNvSpPr txBox="1"/>
          <p:nvPr/>
        </p:nvSpPr>
        <p:spPr>
          <a:xfrm>
            <a:off x="6446520" y="4480560"/>
            <a:ext cx="5120640" cy="192024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📝 意見表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連結待補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（請 Larry 補上表單連結）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導師用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時間表（3 小時）+ 巡場次序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29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502920" y="1325880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14:00–14:15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23160" y="1325880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開場：成品示範、今日路線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0840" y="1325880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15'</a:t>
            </a:r>
          </a:p>
        </p:txBody>
      </p:sp>
      <p:sp>
        <p:nvSpPr>
          <p:cNvPr id="23" name="Rounded 23"/>
          <p:cNvSpPr/>
          <p:nvPr/>
        </p:nvSpPr>
        <p:spPr>
          <a:xfrm>
            <a:off x="365760" y="2176272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4"/>
          <p:cNvSpPr txBox="1"/>
          <p:nvPr/>
        </p:nvSpPr>
        <p:spPr>
          <a:xfrm>
            <a:off x="502920" y="2176272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14:15–14:45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23160" y="2176272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檢查環境：IDE、esp32 2.0.17、Port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20840" y="2176272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30'</a:t>
            </a:r>
          </a:p>
        </p:txBody>
      </p:sp>
      <p:sp>
        <p:nvSpPr>
          <p:cNvPr id="27" name="Rounded 27"/>
          <p:cNvSpPr/>
          <p:nvPr/>
        </p:nvSpPr>
        <p:spPr>
          <a:xfrm>
            <a:off x="365760" y="3026664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8"/>
          <p:cNvSpPr txBox="1"/>
          <p:nvPr/>
        </p:nvSpPr>
        <p:spPr>
          <a:xfrm>
            <a:off x="502920" y="3026664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14:45–15:10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23160" y="3026664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程式庫 + ESP32_test_LCD 試屏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20840" y="3026664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25'</a:t>
            </a:r>
          </a:p>
        </p:txBody>
      </p:sp>
      <p:sp>
        <p:nvSpPr>
          <p:cNvPr id="31" name="Rounded 31"/>
          <p:cNvSpPr/>
          <p:nvPr/>
        </p:nvSpPr>
        <p:spPr>
          <a:xfrm>
            <a:off x="365760" y="3877056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2"/>
          <p:cNvSpPr txBox="1"/>
          <p:nvPr/>
        </p:nvSpPr>
        <p:spPr>
          <a:xfrm>
            <a:off x="502920" y="3877056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15:10–15:45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23160" y="3877056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巴士屏 v2：填 WiFi、上傳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20840" y="3877056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35'</a:t>
            </a:r>
          </a:p>
        </p:txBody>
      </p:sp>
      <p:sp>
        <p:nvSpPr>
          <p:cNvPr id="35" name="Rounded 35"/>
          <p:cNvSpPr/>
          <p:nvPr/>
        </p:nvSpPr>
        <p:spPr>
          <a:xfrm>
            <a:off x="365760" y="4727448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6"/>
          <p:cNvSpPr txBox="1"/>
          <p:nvPr/>
        </p:nvSpPr>
        <p:spPr>
          <a:xfrm>
            <a:off x="502920" y="4727448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15:45–16:35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23160" y="4727448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AI vibe coding：改一樣、試一次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20840" y="4727448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50'</a:t>
            </a:r>
          </a:p>
        </p:txBody>
      </p:sp>
      <p:sp>
        <p:nvSpPr>
          <p:cNvPr id="39" name="Rounded 39"/>
          <p:cNvSpPr/>
          <p:nvPr/>
        </p:nvSpPr>
        <p:spPr>
          <a:xfrm>
            <a:off x="365760" y="5577840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40"/>
          <p:cNvSpPr txBox="1"/>
          <p:nvPr/>
        </p:nvSpPr>
        <p:spPr>
          <a:xfrm>
            <a:off x="502920" y="5577840"/>
            <a:ext cx="1920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16:35–17:00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23160" y="5577840"/>
            <a:ext cx="43434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分享、上傳四樣嘢、意見表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20840" y="5577840"/>
            <a:ext cx="82296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25'</a:t>
            </a:r>
          </a:p>
        </p:txBody>
      </p:sp>
      <p:sp>
        <p:nvSpPr>
          <p:cNvPr id="43" name="Rounded 43"/>
          <p:cNvSpPr/>
          <p:nvPr/>
        </p:nvSpPr>
        <p:spPr>
          <a:xfrm>
            <a:off x="7772400" y="1325880"/>
            <a:ext cx="4023360" cy="51206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4"/>
          <p:cNvSpPr txBox="1"/>
          <p:nvPr/>
        </p:nvSpPr>
        <p:spPr>
          <a:xfrm>
            <a:off x="8001000" y="14173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🔍 巡場次序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01000" y="2011680"/>
            <a:ext cx="3657600" cy="43891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  線：數據線？直插？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  Port：有冇出？CH340？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  版本：esp32 2.0.17？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  庫：一層 libraries？有 ArduinoJson？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5  WiFi：2.4G？名密碼？NTP？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建議 1 位助教：5–6 位參加者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導師用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現場 WiFi 同後備物資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30  /  30</a:t>
            </a:r>
          </a:p>
        </p:txBody>
      </p:sp>
      <p:sp>
        <p:nvSpPr>
          <p:cNvPr id="19" name="Rounded 19"/>
          <p:cNvSpPr/>
          <p:nvPr/>
        </p:nvSpPr>
        <p:spPr>
          <a:xfrm>
            <a:off x="365760" y="1325880"/>
            <a:ext cx="5623560" cy="51206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20"/>
          <p:cNvSpPr/>
          <p:nvPr/>
        </p:nvSpPr>
        <p:spPr>
          <a:xfrm>
            <a:off x="6172200" y="1325880"/>
            <a:ext cx="5623560" cy="51206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1"/>
          <p:cNvSpPr txBox="1"/>
          <p:nvPr/>
        </p:nvSpPr>
        <p:spPr>
          <a:xfrm>
            <a:off x="640080" y="1417320"/>
            <a:ext cx="5120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📶 現場 WiFi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" y="2011680"/>
            <a:ext cx="5120640" cy="43891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2.4G、用密碼登入（WPA2 個人）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唔好用要登入網頁嘅訪客 WiFi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開場前用一塊 CYD 試行巴士範例 v2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後備：導師手機熱點（iPhone 開「最大化相容性」先係 2.4G）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有啲網絡封 NTP → v2 顯示 NTP failed，照有班次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• WiFi 名同密碼寫喺白板，唔好寫入 code 再上傳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6520" y="1417320"/>
            <a:ext cx="5120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🧰 後備物資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6520" y="2011680"/>
            <a:ext cx="5120640" cy="43891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USB 手指 ×3：IDE 安裝檔（Win／Mac）、CH340 驅動、v2 zip、範例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後備數據線：Micro-USB 同 USB-C 各幾條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一塊已燒好巴士範例 v2 嘅 CYD 做示範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拖板（手提電腦要充電）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E0A0"/>
      </a:hlink>
      <a:folHlink>
        <a:srgbClr val="3EE0A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