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歡迎！呢份係簡易版：只有三大步，每張一件事。跟住做，唔使識 code 都整到巴士到站屏。舊版有 46 頁太複雜，今次刪走晒手動按掣、改設定檔、逐個裝程式庫嘅步驟。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先講個地圖：三步。第一步裝 Arduino IDE 同 ESP32；第二步將 libraries.zip 解壓放好；第三步開巴士範例、填 WiFi、上傳，之後用 AI 慢慢改。每步尾有檢查點，過咗先行下一步。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呢個就係成品：九巴紅色頂、下面顯示下幾班車幾點到、仲有幾多分鐘。每 30 秒自動更新。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開始前準備四樣嘢。最常出事係條 USB 線：好多線只可以充電，唔可以傳資料。WiFi 要 2.4G，ESP32 唔識 5G。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第一步：去 Arduino 官網下載 IDE 2.x。有贊助頁可以撳 JUST DOWNLOAD 跳過。Windows 要揀 Windows 版，Mac 揀 macOS 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打開 Preferences：Windows 係 File → Preferences；Mac 係 Arduino IDE → Settings。喺最底 Additional boards manager URLs（紅框）貼入 ESP32 網址，然後撳 OK。圖入面係 Larry 部電腦嘅設定畫面。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撳左邊第二個圖示（開發板管理員），搜尋 esp32，揀 Espressif Systems 嗰個，撳 INSTALL。檔案幾百 MB，等幾分鐘係正常。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→ Board → esp32，喺長長嘅清單入面揀「ESP32 Dev Module」（紅框）。唔好揀 S3、C3、S2 嗰啲，雖然個名好似。其他設定用預設就得。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USB 線駁 CYD 去電腦。如果 Port 清單乜都冇，九成係條線得充電唔傳資料，換一條試。盡量直插電腦，唔好經 USB Hub。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→ Port，揀塊板嘅 Port。Windows 係 COM 幾（例如 COM3）；Mac 係 /dev/cu.usbserial 或 cu.wchusbserial 開頭。唔肯定？拔咗條線睇下邊個消失，插返出現嗰個就係。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好消息：呢塊 CYD 會自動入下載模式、上傳完自動重啟。唔使撳 BOOT、唔使撳 RESET，淨係撳 IDE 左上角個箭咀（Upload）就得。見到 Done uploading 就代表成功。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第二步：程式庫。以前要逐個裝同改設定檔，而家唔使！共享雲端硬碟入面嘅 libraries.zip 已經包晒所需程式庫，TFT_eSPI 嘅 User_Setup.h 亦已經為呢塊 CYD 改好。檔案大約 100MB，下載要等一陣。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解壓 libraries.zip，將入面嘅程式庫資料夾放入 Arduino 嘅 libraries 資料夾。Windows 通常係 文件\Arduino\libraries，Mac 係 Documents/Arduino/libraries。冇 libraries 資料夾就自己開一個。放好之後，打開 libraries 應該直接見到 TFT_eSPI 等資料夾，唔好變成 libraries 入面再有一層 libraries。唔肯定位置？睇 Preferences 最頂嘅 Sketchbook location，libraries 就喺嗰個資料夾入面。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放好程式庫之後，一定要完全關閉 Arduino IDE 再重新打開，佢先會認到新程式庫。Mac 要 Cmd+Q 真係退出，唔係淨係閂個視窗。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試下個屏得唔得：打開共享雲端 example 資料夾入面嘅 ESP32_test_LCD.ino，直接上傳，唔使改任何嘢。屏幕會順序變紅、綠、藍，之後列出附近嘅 WiFi 名。見到就證明程式庫同螢幕設定都冇問題。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第三步：打開 example 資料夾入面嘅 ESP32_BUS_example.ino。第 9、10 行係 WiFi 名同密碼，將引號入面嘅字改做你屋企或學校嘅 WiFi。記住保留引號，大細楷要一樣，WiFi 要 2.4G。範例原本填咗 Larry 自己嘅 WiFi，一定要改。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範例預設顯示九巴 271 線（往富亨）九龍清真寺站。想改其他路線或車站：第 24 行網址入面嘅 271 係路線號碼、最尾嘅 1 係服務類型；第 91 行 "O" 係去程，回程改 "I"；第 101 行 seq == 3 係第幾個站；第 41、44、50 行係頂部顯示嘅文字。Serial Monitor 會印出頭 5 個站嘅 Seq 同 Stop ID 幫你對。唔想自己改？下一步交俾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撳 Upload。上傳完，屏幕會順序顯示 Connecting to Wi-Fi、Syncing Time (NTP)，之後就見到巴士到站時間。想睇詳細情況：Tools → Serial Monitor，右下角揀 115200 baud，會見到 [WiFi] Connected!、[NTP] Ready! 等訊息。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而家開始 Vibe Coding：用 ChatGPT、Gemini、Claude 或者 Grok 都得。秘訣係將成份已經行到嘅 code 貼俾 AI，講清楚塊板係咩、想改咩。因為佢由一份識行嘅 code 開始改，會準好多，唔會亂作腳位同設定。每次只改一樣嘢，上傳試咗先再改下一樣。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三個可以直接抄嘅提示句。第一個換路線車站；第二個改畫面；第三個出錯時用：將 IDE 或 Serial Monitor 嘅錯誤訊息都貼埋俾 AI。注意：貼 code 俾 AI 前，可以先將 WiFi 密碼改做 xxxx，保護私隱，收返 code 後再填返。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四個最常見問題。一：冇 Port，換數據線、直插電腦。二：黑屏或者畫面亂，多數係舊嘅 TFT_eSPI 仲喺度，或者 zip 放錯位，檢查 libraries 資料夾只有一份 TFT_eSPI，然後重開 IDE。三：一直 Connecting to Wi-Fi，檢查 WiFi 名密碼同 2.4G。四：No Scheduled Bus，可能嗰陣真係冇車（例如深夜），或者站序唔啱，睇 Serial Monitor。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最後：學造精神係 Tinkering —— 自己動手、改一樣、試一次、錯咗再改。AI 同導師係幫手，唔係代你做。由一份識行嘅範例開始，慢慢變成你自己嘅巴士屏。搞掂嗰一下嘅開心，就係 Tinker's High！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學造工作室  ·  自我學習材料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CYD 巴士到站屏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簡易版：三步搞掂 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ESP32-2432S028R（CYD「黃色板」）· 2.8 吋屏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① 裝軟件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8463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8463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② 放程式庫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846320"/>
            <a:ext cx="3383280" cy="82296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846320"/>
            <a:ext cx="33832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③ 巴士屏 +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  / 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今日路線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三步就得，唔使驚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① 裝軟件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1089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Arduino 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+ ESP32 開發板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+ 揀板同 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② 放程式庫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60320"/>
            <a:ext cx="31089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解壓 libraries.zip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放入 libraries 資料夾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重開 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③ 巴士屏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60320"/>
            <a:ext cx="3108960" cy="2651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開範例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填 WiFi → 上傳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再叫 AI 幫你改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每一步尾都有 ✅ 檢查點 —— 過咗先行下一步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成品預覽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整完係咁樣 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293" y="1298448"/>
            <a:ext cx="7160133" cy="5175504"/>
          </a:xfrm>
          <a:prstGeom prst="roundRect">
            <a:avLst>
              <a:gd name="adj" fmla="val 3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us-stop-scre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45" y="1371600"/>
            <a:ext cx="7013829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79" y="137160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31546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C8102E"/>
                </a:solidFill>
                <a:latin typeface="Noto Sans CJK HK"/>
                <a:ea typeface="Noto Sans CJK HK"/>
                <a:cs typeface="Noto Sans CJK HK"/>
              </a:rPr>
              <a:t>🚌 九巴紅色頂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🕒 下三班車幾點到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⏳ 仲有幾多分鐘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🔄 每 30 秒自動更新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3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開始前準備四樣嘢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78308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CYD 黃色板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51460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ESP32-2432S028R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78308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USB 數據線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51460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要傳到資料，唔係淨充電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977639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電腦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70916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Windows 或 Mac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977639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 名同密碼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709160"/>
            <a:ext cx="420624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要 2.4G（唔係 5G）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4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1-1  下載 Arduino 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11430000" cy="118872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https://www.arduino.cc/en/software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25603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① 揀 Windows 或 macOS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② 撳「JUST DOWNLOAD」（唔使捐錢）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③ 裝好，打開佢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5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1-2  貼 ESP32 網址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331956"/>
            <a:ext cx="7644383" cy="5062766"/>
          </a:xfrm>
          <a:prstGeom prst="roundRect">
            <a:avLst>
              <a:gd name="adj" fmla="val 3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fer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5108"/>
            <a:ext cx="7498079" cy="49164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7234" y="4935850"/>
            <a:ext cx="7023517" cy="303719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55348" y="5562272"/>
            <a:ext cx="683369" cy="32270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79" y="137160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45920"/>
            <a:ext cx="31546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點開？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Win：File → Preferences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Mac：Arduino IDE → Settings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紅框貼呢條：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raw.githubusercontent.com/espressif/arduino-esp32/gh-pages/package_esp32_index.json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最後撳 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6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1-3  安裝 esp32 開發板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766560" cy="4023360"/>
          </a:xfrm>
          <a:prstGeom prst="roundRect">
            <a:avLst>
              <a:gd name="adj" fmla="val 4000"/>
            </a:avLst>
          </a:prstGeom>
          <a:solidFill>
            <a:srgbClr val="171A1F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2179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BOARDS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6217920" cy="548640"/>
          </a:xfrm>
          <a:prstGeom prst="roundRect">
            <a:avLst>
              <a:gd name="adj" fmla="val 10000"/>
            </a:avLst>
          </a:prstGeom>
          <a:solidFill>
            <a:srgbClr val="11141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585216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🔍  esp32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6217920" cy="2286000"/>
          </a:xfrm>
          <a:prstGeom prst="roundRect">
            <a:avLst>
              <a:gd name="adj" fmla="val 5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57607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by Espressif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343400"/>
            <a:ext cx="2011680" cy="594360"/>
          </a:xfrm>
          <a:prstGeom prst="roundRect">
            <a:avLst>
              <a:gd name="adj" fmla="val 20000"/>
            </a:avLst>
          </a:prstGeom>
          <a:solidFill>
            <a:srgbClr val="00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43400"/>
            <a:ext cx="2011680" cy="5943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63040"/>
            <a:ext cx="4114800" cy="40233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737360"/>
            <a:ext cx="3657600" cy="35661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① 撳左邊「開發板」圖示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② 搜 esp32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③ 揀 Espressif Systems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④ 撳 INSTALL，等佢裝完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⚠️ 唔好揀「Arduino ESP32 Boards」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（示意圖）檔案幾百 MB，慢慢等 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7  / 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1-4  揀「ESP32 Dev Module」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" y="1300153"/>
            <a:ext cx="7644383" cy="5126372"/>
          </a:xfrm>
          <a:prstGeom prst="roundRect">
            <a:avLst>
              <a:gd name="adj" fmla="val 3000"/>
            </a:avLst>
          </a:prstGeom>
          <a:solidFill>
            <a:srgbClr val="242C38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P32_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3305"/>
            <a:ext cx="7498079" cy="49800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6087" y="3089284"/>
            <a:ext cx="7348864" cy="503602"/>
          </a:xfrm>
          <a:prstGeom prst="roundRect">
            <a:avLst>
              <a:gd name="adj" fmla="val 15000"/>
            </a:avLst>
          </a:prstGeom>
          <a:noFill/>
          <a:ln w="44450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371600"/>
            <a:ext cx="3611880" cy="493776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154680" cy="44805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點揀？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Tools → Board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→ esp32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→ ESP32 Dev Module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⚠️ 唔係 S3 / C3 / S2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其他設定：用預設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8  / 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1-5  用「數據線」駁電腦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60070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520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✅ 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5206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可以傳資料嘅 USB 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直插電腦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463040"/>
            <a:ext cx="5600700" cy="32918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9380" y="1737360"/>
            <a:ext cx="50520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❌ 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9380" y="2560320"/>
            <a:ext cx="5052060" cy="2011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淨係充電嘅線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電腦搵唔到塊板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💡 冇 Port？第一件事：換條線試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9  / 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1-6  揀 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766560" cy="3931920"/>
          </a:xfrm>
          <a:prstGeom prst="roundRect">
            <a:avLst>
              <a:gd name="adj" fmla="val 4000"/>
            </a:avLst>
          </a:prstGeom>
          <a:solidFill>
            <a:srgbClr val="171A1F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21792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Tools  →  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COM1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COM3  ← 塊板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576072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/dev/cu.usbserial-xxxx (Mac)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46304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657600" cy="347472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Windows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COM3、COM5…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Mac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cu.usbserial…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唔肯定？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拔線 → 睇邊個消失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（示意圖）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10  / 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第 1 步  ·  裝軟件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1-7  上傳：撳箭咀就得 ➡️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5120640" cy="393192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120640" cy="14630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0" b="0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754880" cy="1920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撳 Upload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唔使撳板上任何掣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自動下載 · 自動重啟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463040"/>
            <a:ext cx="6035040" cy="3931920"/>
          </a:xfrm>
          <a:prstGeom prst="roundRect">
            <a:avLst>
              <a:gd name="adj" fmla="val 4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64592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A8B0BC"/>
                </a:solidFill>
                <a:latin typeface="DejaVu Sans Mono"/>
                <a:ea typeface="Noto Sans CJK HK"/>
                <a:cs typeface="DejaVu Sans Mono"/>
              </a:rPr>
              <a:t>Output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DejaVu Sans Mono"/>
                <a:ea typeface="Noto Sans CJK HK"/>
                <a:cs typeface="DejaVu Sans Mono"/>
              </a:rPr>
              <a:t>Writing at 0x000f4000... (100 %)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DejaVu Sans Mono"/>
                <a:ea typeface="Noto Sans CJK HK"/>
                <a:cs typeface="DejaVu Sans Mono"/>
              </a:rPr>
              <a:t>Wrote ... bytes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0B429"/>
                </a:solidFill>
                <a:latin typeface="DejaVu Sans Mono"/>
                <a:ea typeface="Noto Sans CJK HK"/>
                <a:cs typeface="DejaVu Sans Mono"/>
              </a:rPr>
              <a:t>Hard resetting via RTS pin...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F6F3EC"/>
                </a:solidFill>
                <a:latin typeface="DejaVu Sans Mono"/>
                <a:ea typeface="Noto Sans CJK HK"/>
                <a:cs typeface="DejaVu Sans Mono"/>
              </a:rPr>
              <a:t/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3EE0A0"/>
                </a:solidFill>
                <a:latin typeface="DejaVu Sans Mono"/>
                <a:ea typeface="Noto Sans CJK HK"/>
                <a:cs typeface="DejaVu Sans Mono"/>
              </a:rPr>
              <a:t>見到呢啲 = 成功 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5000"/>
            </a:avLst>
          </a:prstGeom>
          <a:solidFill>
            <a:srgbClr val="242C3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✅ 檢查點：IDE 開到、esp32 裝咗、揀咗 ESP32 Dev Module 同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11  / 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2-1  下載 libraries.zip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1371600"/>
          </a:xfrm>
          <a:prstGeom prst="roundRect">
            <a:avLst>
              <a:gd name="adj" fmla="val 10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📦  共享雲端：ESP32-2432S028R Arduino › libraries.zip（約 100MB）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6324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已包晒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31089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範例用到嘅程式庫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例如 TFT_eSPI、ArduinoJson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06324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3375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已改好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160520"/>
            <a:ext cx="31089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螢幕設定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（User_Setup.h）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專為呢塊 CYD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06324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3375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你要做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160520"/>
            <a:ext cx="31089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解壓 → 放好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 重開 IDE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就完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12  / 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2-2  解壓，放入 libraries 資料夾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🪟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7955279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文件 \ Arduino \ libraries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8036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01752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🍎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80360"/>
            <a:ext cx="7955279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Documents / Arduino /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1155680" cy="201168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✔ 打開 libraries → 直接見到 TFT_eSPI 等資料夾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✘ 唔好變成 libraries \ libraries \ …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💡 唔肯定？Preferences 最頂「Sketchbook location」就係 Arduino 資料夾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13  / 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2-3  重開 Arduino IDE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11430000" cy="14630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關咗佢，再開過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114300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唔重開 → IDE 認唔到新程式庫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14300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Mac：Cmd + Q 真正退出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14  / 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第 2 步  ·  放程式庫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2-4  試屏：ESP32_test_LCD.ino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113385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 example › ESP32_test_LCD.ino → 直接上傳（唔使改）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E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69748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10312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20C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69748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418"/>
                </a:solidFill>
                <a:latin typeface="Noto Sans CJK HK"/>
                <a:ea typeface="Noto Sans CJK HK"/>
                <a:cs typeface="Noto Sans CJK HK"/>
              </a:rPr>
              <a:t>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205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269748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03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1141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103120"/>
            <a:ext cx="2651760" cy="2011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WiFi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Networks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Found: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97680"/>
            <a:ext cx="1143000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紅 → 綠 → 藍 → 附近 WiFi 名單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5000"/>
            </a:avLst>
          </a:prstGeom>
          <a:solidFill>
            <a:srgbClr val="242C3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✅ 檢查點：見到紅綠藍 + WiFi 名單 = 第 2 步完成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15  / 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巴士屏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3-1  開範例，填你嘅 WiFi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71600"/>
            <a:ext cx="1133856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開 example › ESP32_BUS_example.ino，搵第 9–10 行：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11430000" cy="2103120"/>
          </a:xfrm>
          <a:prstGeom prst="roundRect">
            <a:avLst>
              <a:gd name="adj" fmla="val 4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0">
                <a:solidFill>
                  <a:srgbClr val="A8B0BC"/>
                </a:solidFill>
                <a:latin typeface="DejaVu Sans Mono"/>
                <a:ea typeface="Noto Sans CJK HK"/>
                <a:cs typeface="DejaVu Sans Mono"/>
              </a:rPr>
              <a:t>// ========== Wi-Fi Credentials ==========</a:t>
            </a:r>
          </a:p>
          <a:p>
            <a:pPr>
              <a:spcAft>
                <a:spcPts val="400"/>
              </a:spcAft>
            </a:pPr>
            <a:r>
              <a:rPr sz="2600" b="0">
                <a:solidFill>
                  <a:srgbClr val="F0B429"/>
                </a:solidFill>
                <a:latin typeface="DejaVu Sans Mono"/>
                <a:ea typeface="Noto Sans CJK HK"/>
                <a:cs typeface="DejaVu Sans Mono"/>
              </a:rPr>
              <a:t>const char* ssid     = "你的WiFi名";</a:t>
            </a:r>
          </a:p>
          <a:p>
            <a:pPr>
              <a:spcAft>
                <a:spcPts val="400"/>
              </a:spcAft>
            </a:pPr>
            <a:r>
              <a:rPr sz="2600" b="0">
                <a:solidFill>
                  <a:srgbClr val="F0B429"/>
                </a:solidFill>
                <a:latin typeface="DejaVu Sans Mono"/>
                <a:ea typeface="Noto Sans CJK HK"/>
                <a:cs typeface="DejaVu Sans Mono"/>
              </a:rPr>
              <a:t>const char* password = "你的WiFi密碼";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1155680" cy="1280160"/>
          </a:xfrm>
          <a:prstGeom prst="rect">
            <a:avLst/>
          </a:prstGeom>
          <a:noFill/>
        </p:spPr>
        <p:txBody>
          <a:bodyPr wrap="square" lIns="36576" rIns="36576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✔ 只改引號入面嘅字，引號要保留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✔ 大細楷要啱 · WiFi 要 2.4G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16  / 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巴士屏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3-2  想換路線／車站？（可選）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24 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route-eta/271/1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63040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271 = 路線號碼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87168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91 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87168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dir, "O"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487168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O 去程 · I 回程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511296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1296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101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11296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seq ==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511296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第幾個站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35424"/>
            <a:ext cx="11430000" cy="86868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35424"/>
            <a:ext cx="256032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41/44/50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35424"/>
            <a:ext cx="420624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DejaVu Sans Mono"/>
                <a:ea typeface="DejaVu Sans Mono"/>
                <a:cs typeface="DejaVu Sans Mono"/>
              </a:rPr>
              <a:t>"KMB 271"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535424"/>
            <a:ext cx="411480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頂部顯示文字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預設：九巴 271（往富亨）· 九龍清真寺站　|　唔想自己改？交俾 AI 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17  /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巴士屏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3-3  上傳，睇住個屏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1141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338328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Connecting 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Wi-Fi...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554480"/>
            <a:ext cx="54864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11418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38328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Syncing 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(NTP)...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54864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11418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383280" cy="1920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🚌 到站時間！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03320"/>
            <a:ext cx="11430000" cy="1783080"/>
          </a:xfrm>
          <a:prstGeom prst="roundRect">
            <a:avLst>
              <a:gd name="adj" fmla="val 4000"/>
            </a:avLst>
          </a:prstGeom>
          <a:solidFill>
            <a:srgbClr val="0B0D10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109728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A8B0BC"/>
                </a:solidFill>
                <a:latin typeface="DejaVu Sans Mono"/>
                <a:ea typeface="Noto Sans CJK HK"/>
                <a:cs typeface="DejaVu Sans Mono"/>
              </a:rPr>
              <a:t>Tools → Serial Monitor → 115200 baud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3EE0A0"/>
                </a:solidFill>
                <a:latin typeface="DejaVu Sans Mono"/>
                <a:ea typeface="Noto Sans CJK HK"/>
                <a:cs typeface="DejaVu Sans Mono"/>
              </a:rPr>
              <a:t>[WiFi] Connected!   [NTP] Ready!   [KMB] Filtered items: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69280"/>
            <a:ext cx="11430000" cy="777240"/>
          </a:xfrm>
          <a:prstGeom prst="roundRect">
            <a:avLst>
              <a:gd name="adj" fmla="val 15000"/>
            </a:avLst>
          </a:prstGeom>
          <a:solidFill>
            <a:srgbClr val="242C38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✅ 檢查點：屏幕見到巴士到站時間 = 第 3 步完成 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18  /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AI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3-4  叫 AI 幫你改：貼晒成份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喺 IDE 按 Ctrl+A（Mac：Cmd+A）全選，複製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1460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貼俾 AI，講明：「呢份已經行到」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56616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講你想改咩 —— 每次一樣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61772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731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17720"/>
            <a:ext cx="101498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要佢俾返「完整」程式碼 → 成份貼返 → 上傳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11430000" cy="7315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💡 由識行嘅 code 開始改 → AI 準好多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19  / 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第 3 步  ·  AI 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3-5  提示句例子（照抄再改）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1430000" cy="13441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463040" cy="1344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換站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63040"/>
            <a:ext cx="950976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以下係我喺 CYD（ESP32-2432S028R）行到嘅完整程式碼。WiFi 同螢幕設定唔好改，請幫我改做顯示九巴 ___ 線、___ 站。請俾返完整程式碼。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52928"/>
            <a:ext cx="11430000" cy="13441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52928"/>
            <a:ext cx="1463040" cy="1344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改畫面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44368"/>
            <a:ext cx="950976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呢份 code 已經行到。請將頂部加一個時鐘，其他唔好改。請俾返完整程式碼。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34256"/>
            <a:ext cx="11430000" cy="1344168"/>
          </a:xfrm>
          <a:prstGeom prst="roundRect">
            <a:avLst>
              <a:gd name="adj" fmla="val 8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334256"/>
            <a:ext cx="1463040" cy="1344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出錯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425696"/>
            <a:ext cx="9509760" cy="11887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我上傳後出現以下錯誤：［貼錯誤］。以下係完整程式碼，請搵原因，只改最少嘅地方。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［貼成份 code］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🔒 貼 code 前，可以先將 WiFi 密碼改做 xxxx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20  /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卡住先睇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1338560" cy="6858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4 個常見問題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冇 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1732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換數據線 · 直插電腦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0604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黑屏／畫面亂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libraries 入面只可以有一份 TFT_eSPI → 重開 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9476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停喺 Connecting to 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79476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WiFi 名／密碼打啱未？要 2.4G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8348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5875">
            <a:solidFill>
              <a:srgbClr val="333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44805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No Scheduled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98348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可能真係冇車（深夜）· 睇 Serial Monitor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學造精神  ·  Tinkering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6F3EC"/>
                </a:solidFill>
                <a:latin typeface="Noto Sans CJK HK"/>
                <a:ea typeface="Noto Sans CJK HK"/>
                <a:cs typeface="Noto Sans CJK HK"/>
              </a:rPr>
              <a:t>改一樣 → 試一次 → 再改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錯咗好正常，咁先學到嘢 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3383280" cy="100584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3EE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EE0A0"/>
                </a:solidFill>
                <a:latin typeface="Noto Sans CJK HK"/>
                <a:ea typeface="Noto Sans CJK HK"/>
                <a:cs typeface="Noto Sans CJK HK"/>
              </a:rPr>
              <a:t>🔧 自己動手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206240"/>
            <a:ext cx="3383280" cy="100584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4206240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0B429"/>
                </a:solidFill>
                <a:latin typeface="Noto Sans CJK HK"/>
                <a:ea typeface="Noto Sans CJK HK"/>
                <a:cs typeface="Noto Sans CJK HK"/>
              </a:rPr>
              <a:t>🤖 AI 係幫手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06240"/>
            <a:ext cx="3383280" cy="1005840"/>
          </a:xfrm>
          <a:prstGeom prst="roundRect">
            <a:avLst>
              <a:gd name="adj" fmla="val 20000"/>
            </a:avLst>
          </a:prstGeom>
          <a:solidFill>
            <a:srgbClr val="1B222C"/>
          </a:solidFill>
          <a:ln w="15875">
            <a:solidFill>
              <a:srgbClr val="FF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4206240"/>
            <a:ext cx="3383280" cy="10058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7A6E"/>
                </a:solidFill>
                <a:latin typeface="Noto Sans CJK HK"/>
                <a:ea typeface="Noto Sans CJK HK"/>
                <a:cs typeface="Noto Sans CJK HK"/>
              </a:rPr>
              <a:t>🎉 Tinker's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卡住？返上一個檢查點，問同伴、問導師、問 AI。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C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868680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學造工作室  ·  CYD 自我學習 · 簡易版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656832"/>
            <a:ext cx="1737360" cy="20116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0BC"/>
                </a:solidFill>
                <a:latin typeface="Noto Sans CJK HK"/>
                <a:ea typeface="Noto Sans CJK HK"/>
                <a:cs typeface="Noto Sans CJK HK"/>
              </a:rPr>
              <a:t>22  /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